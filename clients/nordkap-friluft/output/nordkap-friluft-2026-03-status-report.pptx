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23" r:id="rId2"/>
  </p:sldMasterIdLst>
  <p:notesMasterIdLst>
    <p:notesMasterId r:id="rId10"/>
  </p:notesMasterIdLst>
  <p:sldIdLst>
    <p:sldId id="256" r:id="rId8"/>
    <p:sldId id="257" r:id="rId9"/>
    <p:sldId id="258" r:id="rId7"/>
    <p:sldId id="259" r:id="rId6"/>
    <p:sldId id="260" r:id="rId5"/>
    <p:sldId id="261" r:id="rId4"/>
    <p:sldId id="262" r:id="rId3"/>
    <p:sldId id="263" r:id="rId15"/>
    <p:sldId id="264" r:id="rId16"/>
    <p:sldId id="265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B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5374"/>
  </p:normalViewPr>
  <p:slideViewPr>
    <p:cSldViewPr snapToGrid="0">
      <p:cViewPr varScale="1">
        <p:scale>
          <a:sx n="122" d="100"/>
          <a:sy n="12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3946F-13F9-8C48-A6D2-58F166D9A6D0}" type="datetimeFigureOut">
              <a:rPr lang="en-DK" smtClean="0"/>
              <a:t>16/04/2026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35926-AE75-C440-ACF7-8181E2DEAEE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1102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Med pil -  ½ Billede">
  <p:cSld name="Creme - Med pil -  ½ Billed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37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4" name="Google Shape;14;p2"/>
          <p:cNvSpPr>
            <a:spLocks noGrp="1"/>
          </p:cNvSpPr>
          <p:nvPr>
            <p:ph type="pic" idx="2"/>
          </p:nvPr>
        </p:nvSpPr>
        <p:spPr>
          <a:xfrm>
            <a:off x="6105525" y="0"/>
            <a:ext cx="608647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39813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Font typeface="Manrope"/>
              <a:buChar char="•"/>
              <a:defRPr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Font typeface="Manrope"/>
              <a:buChar char="•"/>
              <a:defRPr sz="10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Font typeface="Manrope"/>
              <a:buChar char="•"/>
              <a:defRPr sz="10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Font typeface="Manrope"/>
              <a:buChar char="•"/>
              <a:defRPr sz="10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"/>
              <a:buChar char="•"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Google Shape;16;p2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7" name="Google Shape;17;p2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372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Uden pil -  ½ Billede">
  <p:cSld name="Creme - Uden pil -  ½ Billed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0" name="Google Shape;20;p3"/>
          <p:cNvSpPr>
            <a:spLocks noGrp="1"/>
          </p:cNvSpPr>
          <p:nvPr>
            <p:ph type="pic" idx="2"/>
          </p:nvPr>
        </p:nvSpPr>
        <p:spPr>
          <a:xfrm>
            <a:off x="6105525" y="0"/>
            <a:ext cx="6086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39912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Font typeface="Manrope"/>
              <a:buChar char="•"/>
              <a:defRPr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Font typeface="Manrope"/>
              <a:buChar char="•"/>
              <a:defRPr sz="10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Font typeface="Manrope"/>
              <a:buChar char="•"/>
              <a:defRPr sz="10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Font typeface="Manrope"/>
              <a:buChar char="•"/>
              <a:defRPr sz="10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"/>
              <a:buChar char="•"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2" name="Google Shape;22;p3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9951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Brødtekst med pil">
  <p:cSld name="Creme - Brødtekst med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99333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Google Shape;26;p4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7" name="Google Shape;27;p4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8107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Brødtekst - Uden pil">
  <p:cSld name="Creme - Brødtekst - Uden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99333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31" name="Google Shape;31;p5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9196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Kun header med pil">
  <p:cSld name="Creme - Kun header med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34" name="Google Shape;34;p6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412070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Kun header">
  <p:cSld name="Creme - Kun header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38" name="Google Shape;38;p7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493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1) Forside - Basic">
  <p:cSld name="(1) Forside - Basic">
    <p:bg>
      <p:bgPr>
        <a:solidFill>
          <a:schemeClr val="dk2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8"/>
          <p:cNvGrpSpPr/>
          <p:nvPr/>
        </p:nvGrpSpPr>
        <p:grpSpPr>
          <a:xfrm>
            <a:off x="-3590981" y="-1891818"/>
            <a:ext cx="23315397" cy="11501538"/>
            <a:chOff x="-3599631" y="-1917768"/>
            <a:chExt cx="23315397" cy="11501538"/>
          </a:xfrm>
        </p:grpSpPr>
        <p:pic>
          <p:nvPicPr>
            <p:cNvPr id="41" name="Google Shape;41;p8"/>
            <p:cNvPicPr preferRelativeResize="0"/>
            <p:nvPr/>
          </p:nvPicPr>
          <p:blipFill rotWithShape="1">
            <a:blip r:embed="rId2">
              <a:alphaModFix amt="3000"/>
            </a:blip>
            <a:srcRect/>
            <a:stretch/>
          </p:blipFill>
          <p:spPr>
            <a:xfrm>
              <a:off x="-3599631" y="-1917768"/>
              <a:ext cx="14764151" cy="80091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8"/>
            <p:cNvPicPr preferRelativeResize="0"/>
            <p:nvPr/>
          </p:nvPicPr>
          <p:blipFill rotWithShape="1">
            <a:blip r:embed="rId2">
              <a:alphaModFix amt="2000"/>
            </a:blip>
            <a:srcRect/>
            <a:stretch/>
          </p:blipFill>
          <p:spPr>
            <a:xfrm>
              <a:off x="389303" y="-900283"/>
              <a:ext cx="19326463" cy="104840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1055674" y="3779275"/>
            <a:ext cx="8210400" cy="25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Manrope"/>
              <a:buNone/>
              <a:defRPr sz="8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4" name="Google Shape;44;p8"/>
          <p:cNvSpPr/>
          <p:nvPr/>
        </p:nvSpPr>
        <p:spPr>
          <a:xfrm>
            <a:off x="832013" y="817531"/>
            <a:ext cx="1578544" cy="334371"/>
          </a:xfrm>
          <a:custGeom>
            <a:avLst/>
            <a:gdLst/>
            <a:ahLst/>
            <a:cxnLst/>
            <a:rect l="l" t="t" r="r" b="b"/>
            <a:pathLst>
              <a:path w="2364860" h="500931" extrusionOk="0">
                <a:moveTo>
                  <a:pt x="0" y="0"/>
                </a:moveTo>
                <a:lnTo>
                  <a:pt x="2364860" y="0"/>
                </a:lnTo>
                <a:lnTo>
                  <a:pt x="2364860" y="500931"/>
                </a:lnTo>
                <a:lnTo>
                  <a:pt x="0" y="500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1055688" y="3348613"/>
            <a:ext cx="48513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4467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1) Forside - Josephine 1">
  <p:cSld name="(1) Forside - Josephine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body" idx="1"/>
          </p:nvPr>
        </p:nvSpPr>
        <p:spPr>
          <a:xfrm>
            <a:off x="-3" y="3105835"/>
            <a:ext cx="12192000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9079090" y="6435366"/>
            <a:ext cx="2959100" cy="32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3"/>
          </p:nvPr>
        </p:nvSpPr>
        <p:spPr>
          <a:xfrm>
            <a:off x="-4" y="3862965"/>
            <a:ext cx="1219200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100" rIns="39600" bIns="38100" anchor="t" anchorCtr="0">
            <a:sp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6A7AC"/>
              </a:buClr>
              <a:buSzPts val="18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7AC"/>
              </a:buClr>
              <a:buSzPts val="18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7AC"/>
              </a:buClr>
              <a:buSzPts val="18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7AC"/>
              </a:buClr>
              <a:buSzPts val="18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2098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1) Forside - Josephine 2">
  <p:cSld name="(1) Forside - Josephine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10"/>
          <p:cNvCxnSpPr/>
          <p:nvPr/>
        </p:nvCxnSpPr>
        <p:spPr>
          <a:xfrm>
            <a:off x="6106883" y="5099325"/>
            <a:ext cx="0" cy="551507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-3" y="3105835"/>
            <a:ext cx="12192000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3" name="Google Shape;53;p10" descr="Et billede, der indeholder Font/skrifttype, Grafik, logo, grafisk design&#10;&#10;Automatisk genereret beskrivel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97416" y="5177521"/>
            <a:ext cx="1943129" cy="40653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 txBox="1">
            <a:spLocks noGrp="1"/>
          </p:cNvSpPr>
          <p:nvPr>
            <p:ph type="body" idx="2"/>
          </p:nvPr>
        </p:nvSpPr>
        <p:spPr>
          <a:xfrm>
            <a:off x="9079090" y="6435366"/>
            <a:ext cx="2959100" cy="32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973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2) Agenda 1">
  <p:cSld name="(2) Agenda 1">
    <p:bg>
      <p:bgPr>
        <a:solidFill>
          <a:schemeClr val="dk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08161" y="-1"/>
            <a:ext cx="588383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58" name="Google Shape;5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40653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Google Shape;61;p11"/>
          <p:cNvSpPr/>
          <p:nvPr/>
        </p:nvSpPr>
        <p:spPr>
          <a:xfrm rot="-5400000">
            <a:off x="4820509" y="1474625"/>
            <a:ext cx="6861000" cy="39117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112461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2) Agenda 2">
  <p:cSld name="(2) Agenda 2">
    <p:bg>
      <p:bgPr>
        <a:solidFill>
          <a:srgbClr val="F5F4E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2" title="Event (moose) (2)-kopi 2.png"/>
          <p:cNvPicPr preferRelativeResize="0"/>
          <p:nvPr/>
        </p:nvPicPr>
        <p:blipFill rotWithShape="1">
          <a:blip r:embed="rId2">
            <a:alphaModFix/>
          </a:blip>
          <a:srcRect l="1958" r="12168"/>
          <a:stretch/>
        </p:blipFill>
        <p:spPr>
          <a:xfrm>
            <a:off x="6302575" y="0"/>
            <a:ext cx="588942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2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5" name="Google Shape;65;p12"/>
          <p:cNvSpPr/>
          <p:nvPr/>
        </p:nvSpPr>
        <p:spPr>
          <a:xfrm>
            <a:off x="624765" y="950454"/>
            <a:ext cx="240900" cy="2106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40653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7" name="Google Shape;67;p12"/>
          <p:cNvSpPr/>
          <p:nvPr/>
        </p:nvSpPr>
        <p:spPr>
          <a:xfrm rot="-339662">
            <a:off x="5933514" y="-117922"/>
            <a:ext cx="793771" cy="7115495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44454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2) Agenda 3">
  <p:cSld name="(2) Agenda 3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49797" y="4329"/>
            <a:ext cx="588383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3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46929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3420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3) Divider - Lyseblå">
  <p:cSld name="(3) Divider - Lyseblå">
    <p:bg>
      <p:bgPr>
        <a:solidFill>
          <a:schemeClr val="accent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5"/>
          <p:cNvGrpSpPr/>
          <p:nvPr/>
        </p:nvGrpSpPr>
        <p:grpSpPr>
          <a:xfrm>
            <a:off x="-3590981" y="-1891818"/>
            <a:ext cx="23315397" cy="11501538"/>
            <a:chOff x="-3599631" y="-1917768"/>
            <a:chExt cx="23315397" cy="11501538"/>
          </a:xfrm>
        </p:grpSpPr>
        <p:pic>
          <p:nvPicPr>
            <p:cNvPr id="82" name="Google Shape;82;p15"/>
            <p:cNvPicPr preferRelativeResize="0"/>
            <p:nvPr/>
          </p:nvPicPr>
          <p:blipFill rotWithShape="1">
            <a:blip r:embed="rId2">
              <a:alphaModFix amt="3000"/>
            </a:blip>
            <a:srcRect/>
            <a:stretch/>
          </p:blipFill>
          <p:spPr>
            <a:xfrm>
              <a:off x="-3599631" y="-1917768"/>
              <a:ext cx="14764151" cy="80091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5"/>
            <p:cNvPicPr preferRelativeResize="0"/>
            <p:nvPr/>
          </p:nvPicPr>
          <p:blipFill rotWithShape="1">
            <a:blip r:embed="rId2">
              <a:alphaModFix amt="2000"/>
            </a:blip>
            <a:srcRect/>
            <a:stretch/>
          </p:blipFill>
          <p:spPr>
            <a:xfrm>
              <a:off x="389303" y="-900283"/>
              <a:ext cx="19326463" cy="104840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0" y="3161235"/>
            <a:ext cx="12192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 ExtraBold"/>
              <a:buNone/>
              <a:defRPr sz="3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0" y="2929005"/>
            <a:ext cx="12192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05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05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88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Brødtekst - Med pil">
  <p:cSld name="Blå - Brødtekst - Med pil">
    <p:bg>
      <p:bgPr>
        <a:solidFill>
          <a:schemeClr val="dk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100731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9" name="Google Shape;89;p16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5308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Brødtekst - Uden pil">
  <p:cSld name="Blå - Brødtekst - Uden pil">
    <p:bg>
      <p:bgPr>
        <a:solidFill>
          <a:schemeClr val="dk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100731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9889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Kun centreret headline">
  <p:cSld name="Blå - Kun centreret headline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575054" y="829249"/>
            <a:ext cx="50418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3164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Brødtekst og centreret overskrift">
  <p:cSld name="Blå - Brødtekst og centreret overskrift">
    <p:bg>
      <p:bgPr>
        <a:solidFill>
          <a:schemeClr val="dk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3086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100731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42732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3 kolonner">
  <p:cSld name="Blå - 3 kolonner">
    <p:bg>
      <p:bgPr>
        <a:solidFill>
          <a:schemeClr val="dk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3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31197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2"/>
          </p:nvPr>
        </p:nvSpPr>
        <p:spPr>
          <a:xfrm>
            <a:off x="4539914" y="1873975"/>
            <a:ext cx="31197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3"/>
          </p:nvPr>
        </p:nvSpPr>
        <p:spPr>
          <a:xfrm>
            <a:off x="8016603" y="1873975"/>
            <a:ext cx="31197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47156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4 kolonner">
  <p:cSld name="Blå - 4 kolonner">
    <p:bg>
      <p:bgPr>
        <a:solidFill>
          <a:schemeClr val="dk2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3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2319300" cy="4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2"/>
          </p:nvPr>
        </p:nvSpPr>
        <p:spPr>
          <a:xfrm>
            <a:off x="3647854" y="1873975"/>
            <a:ext cx="2319300" cy="4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3"/>
          </p:nvPr>
        </p:nvSpPr>
        <p:spPr>
          <a:xfrm>
            <a:off x="6232482" y="1873975"/>
            <a:ext cx="2319300" cy="4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4"/>
          </p:nvPr>
        </p:nvSpPr>
        <p:spPr>
          <a:xfrm>
            <a:off x="8817098" y="1904049"/>
            <a:ext cx="2319300" cy="4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4307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Med pil -  ½ Billede">
  <p:cSld name="Blå - Med pil -  ½ Billede">
    <p:bg>
      <p:bgPr>
        <a:solidFill>
          <a:schemeClr val="dk2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37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17" name="Google Shape;117;p22"/>
          <p:cNvSpPr>
            <a:spLocks noGrp="1"/>
          </p:cNvSpPr>
          <p:nvPr>
            <p:ph type="pic" idx="2"/>
          </p:nvPr>
        </p:nvSpPr>
        <p:spPr>
          <a:xfrm>
            <a:off x="6105525" y="0"/>
            <a:ext cx="6086475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18" name="Google Shape;118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39714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3770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Uden pil -  ½ Billede">
  <p:cSld name="Blå - Uden pil -  ½ Billede">
    <p:bg>
      <p:bgPr>
        <a:solidFill>
          <a:schemeClr val="dk2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23" name="Google Shape;123;p23"/>
          <p:cNvSpPr>
            <a:spLocks noGrp="1"/>
          </p:cNvSpPr>
          <p:nvPr>
            <p:ph type="pic" idx="2"/>
          </p:nvPr>
        </p:nvSpPr>
        <p:spPr>
          <a:xfrm>
            <a:off x="6105525" y="0"/>
            <a:ext cx="60864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24" name="Google Shape;12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39714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39029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Halvt billede til venstre">
  <p:cSld name="Blå - Halvt billede til venstre">
    <p:bg>
      <p:bgPr>
        <a:solidFill>
          <a:schemeClr val="dk2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>
            <a:spLocks noGrp="1"/>
          </p:cNvSpPr>
          <p:nvPr>
            <p:ph type="pic" idx="2"/>
          </p:nvPr>
        </p:nvSpPr>
        <p:spPr>
          <a:xfrm>
            <a:off x="9525" y="0"/>
            <a:ext cx="608647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6549629" y="829249"/>
            <a:ext cx="4586686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>
            <a:spLocks noGrp="1"/>
          </p:cNvSpPr>
          <p:nvPr>
            <p:ph type="body" idx="1"/>
          </p:nvPr>
        </p:nvSpPr>
        <p:spPr>
          <a:xfrm>
            <a:off x="6549625" y="1873975"/>
            <a:ext cx="47535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10243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Med pil -  1/3 Billede">
  <p:cSld name="Blå - Med pil -  1/3 Billede">
    <p:bg>
      <p:bgPr>
        <a:solidFill>
          <a:schemeClr val="dk2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37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33" name="Google Shape;133;p25"/>
          <p:cNvSpPr>
            <a:spLocks noGrp="1"/>
          </p:cNvSpPr>
          <p:nvPr>
            <p:ph type="pic" idx="2"/>
          </p:nvPr>
        </p:nvSpPr>
        <p:spPr>
          <a:xfrm>
            <a:off x="8026399" y="0"/>
            <a:ext cx="4165597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34" name="Google Shape;134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6" name="Google Shape;136;p25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58542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Font typeface="Manrope"/>
              <a:buChar char="•"/>
              <a:defRPr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3647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Uden pil -  1/3 Billede 1">
  <p:cSld name="Blå - Uden pil -  1/3 Billede 1">
    <p:bg>
      <p:bgPr>
        <a:solidFill>
          <a:schemeClr val="dk2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39" name="Google Shape;139;p26"/>
          <p:cNvSpPr>
            <a:spLocks noGrp="1"/>
          </p:cNvSpPr>
          <p:nvPr>
            <p:ph type="pic" idx="2"/>
          </p:nvPr>
        </p:nvSpPr>
        <p:spPr>
          <a:xfrm>
            <a:off x="8026399" y="0"/>
            <a:ext cx="41655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40" name="Google Shape;140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58542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Font typeface="Manrope"/>
              <a:buChar char="•"/>
              <a:defRPr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62963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x - 4 steps">
  <p:cSld name="x - 4 steps">
    <p:bg>
      <p:bgPr>
        <a:solidFill>
          <a:schemeClr val="dk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/>
          <p:nvPr/>
        </p:nvSpPr>
        <p:spPr>
          <a:xfrm>
            <a:off x="8625516" y="1951346"/>
            <a:ext cx="2518584" cy="45637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17145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endParaRPr sz="18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4" name="Google Shape;144;p27"/>
          <p:cNvSpPr txBox="1">
            <a:spLocks noGrp="1"/>
          </p:cNvSpPr>
          <p:nvPr>
            <p:ph type="body" idx="1"/>
          </p:nvPr>
        </p:nvSpPr>
        <p:spPr>
          <a:xfrm>
            <a:off x="1304338" y="2417690"/>
            <a:ext cx="2022178" cy="42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5" name="Google Shape;145;p27"/>
          <p:cNvSpPr txBox="1">
            <a:spLocks noGrp="1"/>
          </p:cNvSpPr>
          <p:nvPr>
            <p:ph type="body" idx="2"/>
          </p:nvPr>
        </p:nvSpPr>
        <p:spPr>
          <a:xfrm>
            <a:off x="3826008" y="2417690"/>
            <a:ext cx="2022178" cy="42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6" name="Google Shape;146;p27"/>
          <p:cNvSpPr txBox="1">
            <a:spLocks noGrp="1"/>
          </p:cNvSpPr>
          <p:nvPr>
            <p:ph type="body" idx="3"/>
          </p:nvPr>
        </p:nvSpPr>
        <p:spPr>
          <a:xfrm>
            <a:off x="6345520" y="2417690"/>
            <a:ext cx="2022178" cy="42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7" name="Google Shape;147;p27"/>
          <p:cNvSpPr txBox="1">
            <a:spLocks noGrp="1"/>
          </p:cNvSpPr>
          <p:nvPr>
            <p:ph type="body" idx="4"/>
          </p:nvPr>
        </p:nvSpPr>
        <p:spPr>
          <a:xfrm>
            <a:off x="8869348" y="2417690"/>
            <a:ext cx="2022178" cy="42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8" name="Google Shape;148;p27"/>
          <p:cNvSpPr/>
          <p:nvPr/>
        </p:nvSpPr>
        <p:spPr>
          <a:xfrm>
            <a:off x="904976" y="5702627"/>
            <a:ext cx="10200560" cy="688647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" name="Google Shape;149;p27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body" idx="5"/>
          </p:nvPr>
        </p:nvSpPr>
        <p:spPr>
          <a:xfrm>
            <a:off x="3826008" y="3103046"/>
            <a:ext cx="2022300" cy="23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51" name="Google Shape;151;p27"/>
          <p:cNvGrpSpPr/>
          <p:nvPr/>
        </p:nvGrpSpPr>
        <p:grpSpPr>
          <a:xfrm>
            <a:off x="1615641" y="5975421"/>
            <a:ext cx="9211084" cy="305891"/>
            <a:chOff x="1568016" y="5636639"/>
            <a:chExt cx="9211084" cy="305891"/>
          </a:xfrm>
        </p:grpSpPr>
        <p:cxnSp>
          <p:nvCxnSpPr>
            <p:cNvPr id="152" name="Google Shape;152;p27"/>
            <p:cNvCxnSpPr/>
            <p:nvPr/>
          </p:nvCxnSpPr>
          <p:spPr>
            <a:xfrm>
              <a:off x="1568016" y="5713871"/>
              <a:ext cx="1278879" cy="0"/>
            </a:xfrm>
            <a:prstGeom prst="straightConnector1">
              <a:avLst/>
            </a:prstGeom>
            <a:noFill/>
            <a:ln w="762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3" name="Google Shape;153;p27"/>
            <p:cNvSpPr/>
            <p:nvPr/>
          </p:nvSpPr>
          <p:spPr>
            <a:xfrm>
              <a:off x="1819373" y="5636639"/>
              <a:ext cx="131975" cy="13197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54" name="Google Shape;154;p27"/>
            <p:cNvSpPr txBox="1"/>
            <p:nvPr/>
          </p:nvSpPr>
          <p:spPr>
            <a:xfrm>
              <a:off x="1664255" y="5755236"/>
              <a:ext cx="442209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600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25%</a:t>
              </a:r>
              <a:endParaRPr/>
            </a:p>
          </p:txBody>
        </p:sp>
        <p:cxnSp>
          <p:nvCxnSpPr>
            <p:cNvPr id="155" name="Google Shape;155;p27"/>
            <p:cNvCxnSpPr/>
            <p:nvPr/>
          </p:nvCxnSpPr>
          <p:spPr>
            <a:xfrm>
              <a:off x="4130177" y="5712855"/>
              <a:ext cx="1278879" cy="0"/>
            </a:xfrm>
            <a:prstGeom prst="straightConnector1">
              <a:avLst/>
            </a:prstGeom>
            <a:noFill/>
            <a:ln w="762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6" name="Google Shape;156;p27"/>
            <p:cNvSpPr/>
            <p:nvPr/>
          </p:nvSpPr>
          <p:spPr>
            <a:xfrm>
              <a:off x="4703628" y="5646867"/>
              <a:ext cx="131975" cy="13197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57" name="Google Shape;157;p27"/>
            <p:cNvSpPr txBox="1"/>
            <p:nvPr/>
          </p:nvSpPr>
          <p:spPr>
            <a:xfrm>
              <a:off x="4555198" y="5754220"/>
              <a:ext cx="442209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600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50%</a:t>
              </a:r>
              <a:endParaRPr/>
            </a:p>
          </p:txBody>
        </p:sp>
        <p:cxnSp>
          <p:nvCxnSpPr>
            <p:cNvPr id="158" name="Google Shape;158;p27"/>
            <p:cNvCxnSpPr/>
            <p:nvPr/>
          </p:nvCxnSpPr>
          <p:spPr>
            <a:xfrm>
              <a:off x="6692336" y="5713145"/>
              <a:ext cx="1278879" cy="0"/>
            </a:xfrm>
            <a:prstGeom prst="straightConnector1">
              <a:avLst/>
            </a:prstGeom>
            <a:noFill/>
            <a:ln w="762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9" name="Google Shape;159;p27"/>
            <p:cNvSpPr/>
            <p:nvPr/>
          </p:nvSpPr>
          <p:spPr>
            <a:xfrm>
              <a:off x="7554965" y="5647157"/>
              <a:ext cx="131975" cy="13197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60" name="Google Shape;160;p27"/>
            <p:cNvSpPr txBox="1"/>
            <p:nvPr/>
          </p:nvSpPr>
          <p:spPr>
            <a:xfrm>
              <a:off x="7399847" y="5754510"/>
              <a:ext cx="442209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600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75%</a:t>
              </a:r>
              <a:endParaRPr/>
            </a:p>
          </p:txBody>
        </p:sp>
        <p:cxnSp>
          <p:nvCxnSpPr>
            <p:cNvPr id="161" name="Google Shape;161;p27"/>
            <p:cNvCxnSpPr/>
            <p:nvPr/>
          </p:nvCxnSpPr>
          <p:spPr>
            <a:xfrm>
              <a:off x="9249894" y="5716499"/>
              <a:ext cx="1278879" cy="0"/>
            </a:xfrm>
            <a:prstGeom prst="straightConnector1">
              <a:avLst/>
            </a:prstGeom>
            <a:noFill/>
            <a:ln w="762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2" name="Google Shape;162;p27"/>
            <p:cNvSpPr/>
            <p:nvPr/>
          </p:nvSpPr>
          <p:spPr>
            <a:xfrm>
              <a:off x="10492009" y="5650511"/>
              <a:ext cx="131975" cy="1319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63" name="Google Shape;163;p27"/>
            <p:cNvSpPr txBox="1"/>
            <p:nvPr/>
          </p:nvSpPr>
          <p:spPr>
            <a:xfrm>
              <a:off x="10336891" y="5757864"/>
              <a:ext cx="442209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600">
                  <a:solidFill>
                    <a:schemeClr val="dk2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100%</a:t>
              </a:r>
              <a:endParaRPr/>
            </a:p>
          </p:txBody>
        </p:sp>
      </p:grpSp>
      <p:cxnSp>
        <p:nvCxnSpPr>
          <p:cNvPr id="164" name="Google Shape;164;p27"/>
          <p:cNvCxnSpPr/>
          <p:nvPr/>
        </p:nvCxnSpPr>
        <p:spPr>
          <a:xfrm>
            <a:off x="3543235" y="1973373"/>
            <a:ext cx="0" cy="4535315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65" name="Google Shape;165;p27"/>
          <p:cNvCxnSpPr/>
          <p:nvPr/>
        </p:nvCxnSpPr>
        <p:spPr>
          <a:xfrm>
            <a:off x="6061822" y="1973373"/>
            <a:ext cx="0" cy="4535315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66" name="Google Shape;166;p27"/>
          <p:cNvCxnSpPr/>
          <p:nvPr/>
        </p:nvCxnSpPr>
        <p:spPr>
          <a:xfrm>
            <a:off x="8625516" y="1979784"/>
            <a:ext cx="0" cy="45353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7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68" name="Google Shape;16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7"/>
          <p:cNvSpPr txBox="1">
            <a:spLocks noGrp="1"/>
          </p:cNvSpPr>
          <p:nvPr>
            <p:ph type="body" idx="6"/>
          </p:nvPr>
        </p:nvSpPr>
        <p:spPr>
          <a:xfrm>
            <a:off x="1238158" y="3099142"/>
            <a:ext cx="2022300" cy="23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0" name="Google Shape;170;p27"/>
          <p:cNvSpPr txBox="1">
            <a:spLocks noGrp="1"/>
          </p:cNvSpPr>
          <p:nvPr>
            <p:ph type="body" idx="7"/>
          </p:nvPr>
        </p:nvSpPr>
        <p:spPr>
          <a:xfrm>
            <a:off x="8863208" y="3094928"/>
            <a:ext cx="2022300" cy="23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1" name="Google Shape;171;p27"/>
          <p:cNvSpPr txBox="1">
            <a:spLocks noGrp="1"/>
          </p:cNvSpPr>
          <p:nvPr>
            <p:ph type="body" idx="8"/>
          </p:nvPr>
        </p:nvSpPr>
        <p:spPr>
          <a:xfrm>
            <a:off x="6275358" y="3091024"/>
            <a:ext cx="2022300" cy="23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64811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Skyscraper - Med pil">
  <p:cSld name="Creme - Skyscraper - Med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/>
          <p:nvPr/>
        </p:nvSpPr>
        <p:spPr>
          <a:xfrm>
            <a:off x="3846442" y="0"/>
            <a:ext cx="8345557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4" name="Google Shape;174;p28"/>
          <p:cNvSpPr>
            <a:spLocks noGrp="1"/>
          </p:cNvSpPr>
          <p:nvPr>
            <p:ph type="pic" idx="2"/>
          </p:nvPr>
        </p:nvSpPr>
        <p:spPr>
          <a:xfrm>
            <a:off x="6998713" y="1443387"/>
            <a:ext cx="2365513" cy="4904839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28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76" name="Google Shape;176;p28"/>
          <p:cNvSpPr>
            <a:spLocks noGrp="1"/>
          </p:cNvSpPr>
          <p:nvPr>
            <p:ph type="pic" idx="3"/>
          </p:nvPr>
        </p:nvSpPr>
        <p:spPr>
          <a:xfrm>
            <a:off x="4734624" y="2084923"/>
            <a:ext cx="1931051" cy="3757614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>
            <a:spLocks noGrp="1"/>
          </p:cNvSpPr>
          <p:nvPr>
            <p:ph type="pic" idx="4"/>
          </p:nvPr>
        </p:nvSpPr>
        <p:spPr>
          <a:xfrm>
            <a:off x="9697125" y="2084923"/>
            <a:ext cx="1931051" cy="3757614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79" name="Google Shape;179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8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8153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50870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Skyscraper - Uden pil">
  <p:cSld name="Creme - Skyscraper - Uden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/>
          <p:nvPr/>
        </p:nvSpPr>
        <p:spPr>
          <a:xfrm>
            <a:off x="3846442" y="0"/>
            <a:ext cx="8345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3" name="Google Shape;183;p29"/>
          <p:cNvSpPr>
            <a:spLocks noGrp="1"/>
          </p:cNvSpPr>
          <p:nvPr>
            <p:ph type="pic" idx="2"/>
          </p:nvPr>
        </p:nvSpPr>
        <p:spPr>
          <a:xfrm>
            <a:off x="6998713" y="1443387"/>
            <a:ext cx="2365500" cy="49047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9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85" name="Google Shape;185;p29"/>
          <p:cNvSpPr>
            <a:spLocks noGrp="1"/>
          </p:cNvSpPr>
          <p:nvPr>
            <p:ph type="pic" idx="3"/>
          </p:nvPr>
        </p:nvSpPr>
        <p:spPr>
          <a:xfrm>
            <a:off x="4734624" y="2084923"/>
            <a:ext cx="1931100" cy="37575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29"/>
          <p:cNvSpPr>
            <a:spLocks noGrp="1"/>
          </p:cNvSpPr>
          <p:nvPr>
            <p:ph type="pic" idx="4"/>
          </p:nvPr>
        </p:nvSpPr>
        <p:spPr>
          <a:xfrm>
            <a:off x="9697125" y="2084923"/>
            <a:ext cx="1931100" cy="3757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87" name="Google Shape;18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9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8450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48107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Skyscraper - Med pil">
  <p:cSld name="Blå - Skyscraper - Med pil">
    <p:bg>
      <p:bgPr>
        <a:solidFill>
          <a:schemeClr val="dk2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/>
          <p:nvPr/>
        </p:nvSpPr>
        <p:spPr>
          <a:xfrm>
            <a:off x="3846442" y="0"/>
            <a:ext cx="8345700" cy="68580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1" name="Google Shape;191;p30"/>
          <p:cNvSpPr>
            <a:spLocks noGrp="1"/>
          </p:cNvSpPr>
          <p:nvPr>
            <p:ph type="pic" idx="2"/>
          </p:nvPr>
        </p:nvSpPr>
        <p:spPr>
          <a:xfrm>
            <a:off x="6998713" y="1443387"/>
            <a:ext cx="2365500" cy="49047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30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93" name="Google Shape;193;p30"/>
          <p:cNvSpPr>
            <a:spLocks noGrp="1"/>
          </p:cNvSpPr>
          <p:nvPr>
            <p:ph type="pic" idx="3"/>
          </p:nvPr>
        </p:nvSpPr>
        <p:spPr>
          <a:xfrm>
            <a:off x="4734624" y="2084923"/>
            <a:ext cx="1931100" cy="37575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30"/>
          <p:cNvSpPr>
            <a:spLocks noGrp="1"/>
          </p:cNvSpPr>
          <p:nvPr>
            <p:ph type="pic" idx="4"/>
          </p:nvPr>
        </p:nvSpPr>
        <p:spPr>
          <a:xfrm>
            <a:off x="9697125" y="2084923"/>
            <a:ext cx="1931100" cy="37575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30"/>
          <p:cNvSpPr/>
          <p:nvPr/>
        </p:nvSpPr>
        <p:spPr>
          <a:xfrm>
            <a:off x="624765" y="950454"/>
            <a:ext cx="240900" cy="2106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96" name="Google Shape;19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0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18207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Font typeface="Manrope"/>
              <a:buChar char="•"/>
              <a:defRPr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71652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Skyscraper uden pil">
  <p:cSld name="Blå - Skyscraper uden pil">
    <p:bg>
      <p:bgPr>
        <a:solidFill>
          <a:schemeClr val="dk2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/>
          <p:nvPr/>
        </p:nvSpPr>
        <p:spPr>
          <a:xfrm>
            <a:off x="3846442" y="0"/>
            <a:ext cx="8345700" cy="68580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0" name="Google Shape;200;p31"/>
          <p:cNvSpPr>
            <a:spLocks noGrp="1"/>
          </p:cNvSpPr>
          <p:nvPr>
            <p:ph type="pic" idx="2"/>
          </p:nvPr>
        </p:nvSpPr>
        <p:spPr>
          <a:xfrm>
            <a:off x="6998713" y="1443387"/>
            <a:ext cx="2365500" cy="49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31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02" name="Google Shape;202;p31"/>
          <p:cNvSpPr>
            <a:spLocks noGrp="1"/>
          </p:cNvSpPr>
          <p:nvPr>
            <p:ph type="pic" idx="3"/>
          </p:nvPr>
        </p:nvSpPr>
        <p:spPr>
          <a:xfrm>
            <a:off x="4734624" y="2084923"/>
            <a:ext cx="1931100" cy="37575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31"/>
          <p:cNvSpPr>
            <a:spLocks noGrp="1"/>
          </p:cNvSpPr>
          <p:nvPr>
            <p:ph type="pic" idx="4"/>
          </p:nvPr>
        </p:nvSpPr>
        <p:spPr>
          <a:xfrm>
            <a:off x="9697125" y="2084923"/>
            <a:ext cx="1931100" cy="3757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04" name="Google Shape;204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18108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Font typeface="Manrope"/>
              <a:buChar char="•"/>
              <a:defRPr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523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Stort mobilbillede til højre - Med pil">
  <p:cSld name="Creme - Stort mobilbillede til højre - Med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/>
          <p:nvPr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8" name="Google Shape;208;p32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09" name="Google Shape;209;p32"/>
          <p:cNvSpPr>
            <a:spLocks noGrp="1"/>
          </p:cNvSpPr>
          <p:nvPr>
            <p:ph type="pic" idx="2"/>
          </p:nvPr>
        </p:nvSpPr>
        <p:spPr>
          <a:xfrm>
            <a:off x="6573053" y="1550193"/>
            <a:ext cx="5041800" cy="3757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32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11" name="Google Shape;21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2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39858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19812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Stort mobilbillede til højre - Uden pil">
  <p:cSld name="Creme - Stort mobilbillede til højre - Uden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5" name="Google Shape;215;p33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16" name="Google Shape;216;p33"/>
          <p:cNvSpPr>
            <a:spLocks noGrp="1"/>
          </p:cNvSpPr>
          <p:nvPr>
            <p:ph type="pic" idx="2"/>
          </p:nvPr>
        </p:nvSpPr>
        <p:spPr>
          <a:xfrm>
            <a:off x="6573053" y="1550255"/>
            <a:ext cx="5041800" cy="3757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17" name="Google Shape;217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3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39858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81098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Mobil billede til højre">
  <p:cSld name="Creme - Mobil billede til højr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/>
          <p:nvPr/>
        </p:nvSpPr>
        <p:spPr>
          <a:xfrm>
            <a:off x="7150106" y="0"/>
            <a:ext cx="5041893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1" name="Google Shape;221;p34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22" name="Google Shape;222;p34"/>
          <p:cNvSpPr>
            <a:spLocks noGrp="1"/>
          </p:cNvSpPr>
          <p:nvPr>
            <p:ph type="pic" idx="2"/>
          </p:nvPr>
        </p:nvSpPr>
        <p:spPr>
          <a:xfrm>
            <a:off x="7719646" y="1550193"/>
            <a:ext cx="3895200" cy="3757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34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24" name="Google Shape;224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4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48777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12820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Mobilbillede til højre uden pil">
  <p:cSld name="Creme - Mobilbillede til højre uden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/>
          <p:nvPr/>
        </p:nvSpPr>
        <p:spPr>
          <a:xfrm>
            <a:off x="7150106" y="0"/>
            <a:ext cx="50418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8" name="Google Shape;228;p35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29" name="Google Shape;229;p35"/>
          <p:cNvSpPr>
            <a:spLocks noGrp="1"/>
          </p:cNvSpPr>
          <p:nvPr>
            <p:ph type="pic" idx="2"/>
          </p:nvPr>
        </p:nvSpPr>
        <p:spPr>
          <a:xfrm>
            <a:off x="7719646" y="1550255"/>
            <a:ext cx="3895200" cy="3757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30" name="Google Shape;230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5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49668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53771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Brødtekst - Med pil">
  <p:cSld name="Creme - Brødtekst - Med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234" name="Google Shape;234;p36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6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6" name="Google Shape;236;p36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00776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6402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5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85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Brødtekst - Uden pil">
  <p:cSld name="1_Creme - Brødtekst - Uden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239" name="Google Shape;239;p37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7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00776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984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5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8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Brødtekst - Centreret headline">
  <p:cSld name="Creme - Brødtekst - Centreret headlin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9688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243" name="Google Shape;243;p38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8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00776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47734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vid - Brødtekst - Med pil">
  <p:cSld name="Hvid - Brødtekst - Med pil">
    <p:bg>
      <p:bgPr>
        <a:solidFill>
          <a:schemeClr val="l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247" name="Google Shape;247;p39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9"/>
          <p:cNvSpPr/>
          <p:nvPr/>
        </p:nvSpPr>
        <p:spPr>
          <a:xfrm>
            <a:off x="624765" y="950454"/>
            <a:ext cx="240900" cy="2106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9" name="Google Shape;249;p39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00776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13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5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85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vid - Brødtekst - Uden pil">
  <p:cSld name="Hvid - Brødtekst - Uden pil">
    <p:bg>
      <p:bgPr>
        <a:solidFill>
          <a:schemeClr val="lt1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252" name="Google Shape;252;p40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0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00776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4289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5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85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vid - Brødtekst - Centreret overskrift">
  <p:cSld name="Hvid - Brødtekst - Centreret overskrift">
    <p:bg>
      <p:bgPr>
        <a:solidFill>
          <a:schemeClr val="lt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9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256" name="Google Shape;256;p41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1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00776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99378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4 kolonner">
  <p:cSld name="Creme - 4 kolonner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9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260" name="Google Shape;260;p42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2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22668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2" name="Google Shape;262;p42"/>
          <p:cNvSpPr txBox="1">
            <a:spLocks noGrp="1"/>
          </p:cNvSpPr>
          <p:nvPr>
            <p:ph type="body" idx="2"/>
          </p:nvPr>
        </p:nvSpPr>
        <p:spPr>
          <a:xfrm>
            <a:off x="3664467" y="1873975"/>
            <a:ext cx="22668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3" name="Google Shape;263;p42"/>
          <p:cNvSpPr txBox="1">
            <a:spLocks noGrp="1"/>
          </p:cNvSpPr>
          <p:nvPr>
            <p:ph type="body" idx="3"/>
          </p:nvPr>
        </p:nvSpPr>
        <p:spPr>
          <a:xfrm>
            <a:off x="6270234" y="1873975"/>
            <a:ext cx="22668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4" name="Google Shape;264;p42"/>
          <p:cNvSpPr txBox="1">
            <a:spLocks noGrp="1"/>
          </p:cNvSpPr>
          <p:nvPr>
            <p:ph type="body" idx="4"/>
          </p:nvPr>
        </p:nvSpPr>
        <p:spPr>
          <a:xfrm>
            <a:off x="8876000" y="1873975"/>
            <a:ext cx="22668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82639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3 kolonner">
  <p:cSld name="Creme - 3 kolonner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9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267" name="Google Shape;267;p43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3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30555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9" name="Google Shape;269;p43"/>
          <p:cNvSpPr txBox="1">
            <a:spLocks noGrp="1"/>
          </p:cNvSpPr>
          <p:nvPr>
            <p:ph type="body" idx="2"/>
          </p:nvPr>
        </p:nvSpPr>
        <p:spPr>
          <a:xfrm>
            <a:off x="4570849" y="1873975"/>
            <a:ext cx="30555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0" name="Google Shape;270;p43"/>
          <p:cNvSpPr txBox="1">
            <a:spLocks noGrp="1"/>
          </p:cNvSpPr>
          <p:nvPr>
            <p:ph type="body" idx="3"/>
          </p:nvPr>
        </p:nvSpPr>
        <p:spPr>
          <a:xfrm>
            <a:off x="8082998" y="1873975"/>
            <a:ext cx="30555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88470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½ billede til venstre">
  <p:cSld name="Creme - ½ billede til venstr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>
            <a:spLocks noGrp="1"/>
          </p:cNvSpPr>
          <p:nvPr>
            <p:ph type="pic" idx="2"/>
          </p:nvPr>
        </p:nvSpPr>
        <p:spPr>
          <a:xfrm>
            <a:off x="9525" y="0"/>
            <a:ext cx="608647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44"/>
          <p:cNvSpPr txBox="1">
            <a:spLocks noGrp="1"/>
          </p:cNvSpPr>
          <p:nvPr>
            <p:ph type="title"/>
          </p:nvPr>
        </p:nvSpPr>
        <p:spPr>
          <a:xfrm>
            <a:off x="6549629" y="829249"/>
            <a:ext cx="4586686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274" name="Google Shape;274;p44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4"/>
          <p:cNvSpPr txBox="1">
            <a:spLocks noGrp="1"/>
          </p:cNvSpPr>
          <p:nvPr>
            <p:ph type="body" idx="1"/>
          </p:nvPr>
        </p:nvSpPr>
        <p:spPr>
          <a:xfrm>
            <a:off x="6549600" y="1873975"/>
            <a:ext cx="45867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079233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1/3 billedslide med pil">
  <p:cSld name="Creme - 1/3 billedslide med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37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78" name="Google Shape;278;p45"/>
          <p:cNvSpPr>
            <a:spLocks noGrp="1"/>
          </p:cNvSpPr>
          <p:nvPr>
            <p:ph type="pic" idx="2"/>
          </p:nvPr>
        </p:nvSpPr>
        <p:spPr>
          <a:xfrm>
            <a:off x="8026399" y="0"/>
            <a:ext cx="4165597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DK"/>
          </a:p>
        </p:txBody>
      </p:sp>
      <p:sp>
        <p:nvSpPr>
          <p:cNvPr id="279" name="Google Shape;279;p45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80" name="Google Shape;280;p45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5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59679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51719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1/3 billedslide uden pil">
  <p:cSld name="Creme - 1/3 billedslide uden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84" name="Google Shape;284;p46"/>
          <p:cNvSpPr>
            <a:spLocks noGrp="1"/>
          </p:cNvSpPr>
          <p:nvPr>
            <p:ph type="pic" idx="2"/>
          </p:nvPr>
        </p:nvSpPr>
        <p:spPr>
          <a:xfrm>
            <a:off x="8026399" y="0"/>
            <a:ext cx="41655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85" name="Google Shape;285;p46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6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59580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8703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Header only">
  <p:cSld name="Creme - Header only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7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9688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289" name="Google Shape;289;p47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715322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Tomt slide">
  <p:cSld name="Creme - Tomt slid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48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89222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vid - Header only">
  <p:cSld name="Hvid - Header only">
    <p:bg>
      <p:bgPr>
        <a:solidFill>
          <a:schemeClr val="lt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9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294" name="Google Shape;294;p49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24048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vid - Tomt slide">
  <p:cSld name="Hvid - Tomt slide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50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56659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x - 4 steps - creme">
  <p:cSld name="x - 4 steps - crem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1"/>
          <p:cNvSpPr/>
          <p:nvPr/>
        </p:nvSpPr>
        <p:spPr>
          <a:xfrm>
            <a:off x="8663616" y="1881189"/>
            <a:ext cx="2480021" cy="44399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9" name="Google Shape;299;p51"/>
          <p:cNvSpPr/>
          <p:nvPr/>
        </p:nvSpPr>
        <p:spPr>
          <a:xfrm>
            <a:off x="943076" y="5632469"/>
            <a:ext cx="10200560" cy="688647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0" name="Google Shape;300;p51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01" name="Google Shape;301;p51"/>
          <p:cNvSpPr txBox="1">
            <a:spLocks noGrp="1"/>
          </p:cNvSpPr>
          <p:nvPr>
            <p:ph type="body" idx="1"/>
          </p:nvPr>
        </p:nvSpPr>
        <p:spPr>
          <a:xfrm>
            <a:off x="1294813" y="3032888"/>
            <a:ext cx="2022178" cy="2383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2" name="Google Shape;302;p51"/>
          <p:cNvSpPr txBox="1">
            <a:spLocks noGrp="1"/>
          </p:cNvSpPr>
          <p:nvPr>
            <p:ph type="body" idx="2"/>
          </p:nvPr>
        </p:nvSpPr>
        <p:spPr>
          <a:xfrm>
            <a:off x="1294813" y="2347532"/>
            <a:ext cx="2022178" cy="42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1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3" name="Google Shape;303;p51"/>
          <p:cNvSpPr txBox="1">
            <a:spLocks noGrp="1"/>
          </p:cNvSpPr>
          <p:nvPr>
            <p:ph type="body" idx="3"/>
          </p:nvPr>
        </p:nvSpPr>
        <p:spPr>
          <a:xfrm>
            <a:off x="3816483" y="3032888"/>
            <a:ext cx="2022178" cy="2383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4" name="Google Shape;304;p51"/>
          <p:cNvSpPr txBox="1">
            <a:spLocks noGrp="1"/>
          </p:cNvSpPr>
          <p:nvPr>
            <p:ph type="body" idx="4"/>
          </p:nvPr>
        </p:nvSpPr>
        <p:spPr>
          <a:xfrm>
            <a:off x="3816483" y="2347532"/>
            <a:ext cx="2022178" cy="42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1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5" name="Google Shape;305;p51"/>
          <p:cNvSpPr txBox="1">
            <a:spLocks noGrp="1"/>
          </p:cNvSpPr>
          <p:nvPr>
            <p:ph type="body" idx="5"/>
          </p:nvPr>
        </p:nvSpPr>
        <p:spPr>
          <a:xfrm>
            <a:off x="6338153" y="3032888"/>
            <a:ext cx="2022178" cy="2383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6" name="Google Shape;306;p51"/>
          <p:cNvSpPr txBox="1">
            <a:spLocks noGrp="1"/>
          </p:cNvSpPr>
          <p:nvPr>
            <p:ph type="body" idx="6"/>
          </p:nvPr>
        </p:nvSpPr>
        <p:spPr>
          <a:xfrm>
            <a:off x="6335995" y="2347532"/>
            <a:ext cx="2022178" cy="42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1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7" name="Google Shape;307;p51"/>
          <p:cNvSpPr txBox="1">
            <a:spLocks noGrp="1"/>
          </p:cNvSpPr>
          <p:nvPr>
            <p:ph type="body" idx="7"/>
          </p:nvPr>
        </p:nvSpPr>
        <p:spPr>
          <a:xfrm>
            <a:off x="8859823" y="3032888"/>
            <a:ext cx="2022178" cy="2383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8" name="Google Shape;308;p51"/>
          <p:cNvSpPr txBox="1">
            <a:spLocks noGrp="1"/>
          </p:cNvSpPr>
          <p:nvPr>
            <p:ph type="body" idx="8"/>
          </p:nvPr>
        </p:nvSpPr>
        <p:spPr>
          <a:xfrm>
            <a:off x="8859823" y="2347532"/>
            <a:ext cx="2022178" cy="42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09" name="Google Shape;309;p51"/>
          <p:cNvGrpSpPr/>
          <p:nvPr/>
        </p:nvGrpSpPr>
        <p:grpSpPr>
          <a:xfrm>
            <a:off x="1606116" y="5905263"/>
            <a:ext cx="9211084" cy="305891"/>
            <a:chOff x="1568016" y="5636639"/>
            <a:chExt cx="9211084" cy="305891"/>
          </a:xfrm>
        </p:grpSpPr>
        <p:cxnSp>
          <p:nvCxnSpPr>
            <p:cNvPr id="310" name="Google Shape;310;p51"/>
            <p:cNvCxnSpPr/>
            <p:nvPr/>
          </p:nvCxnSpPr>
          <p:spPr>
            <a:xfrm>
              <a:off x="1568016" y="5713871"/>
              <a:ext cx="1278879" cy="0"/>
            </a:xfrm>
            <a:prstGeom prst="straightConnector1">
              <a:avLst/>
            </a:prstGeom>
            <a:noFill/>
            <a:ln w="762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1" name="Google Shape;311;p51"/>
            <p:cNvSpPr/>
            <p:nvPr/>
          </p:nvSpPr>
          <p:spPr>
            <a:xfrm>
              <a:off x="1819373" y="5636639"/>
              <a:ext cx="131975" cy="13197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12" name="Google Shape;312;p51"/>
            <p:cNvSpPr txBox="1"/>
            <p:nvPr/>
          </p:nvSpPr>
          <p:spPr>
            <a:xfrm>
              <a:off x="1664255" y="5755236"/>
              <a:ext cx="442209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600">
                  <a:solidFill>
                    <a:schemeClr val="dk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25%</a:t>
              </a:r>
              <a:endParaRPr/>
            </a:p>
          </p:txBody>
        </p:sp>
        <p:cxnSp>
          <p:nvCxnSpPr>
            <p:cNvPr id="313" name="Google Shape;313;p51"/>
            <p:cNvCxnSpPr/>
            <p:nvPr/>
          </p:nvCxnSpPr>
          <p:spPr>
            <a:xfrm>
              <a:off x="4130177" y="5712855"/>
              <a:ext cx="1278879" cy="0"/>
            </a:xfrm>
            <a:prstGeom prst="straightConnector1">
              <a:avLst/>
            </a:prstGeom>
            <a:noFill/>
            <a:ln w="762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4" name="Google Shape;314;p51"/>
            <p:cNvSpPr/>
            <p:nvPr/>
          </p:nvSpPr>
          <p:spPr>
            <a:xfrm>
              <a:off x="4703628" y="5646867"/>
              <a:ext cx="131975" cy="13197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15" name="Google Shape;315;p51"/>
            <p:cNvSpPr txBox="1"/>
            <p:nvPr/>
          </p:nvSpPr>
          <p:spPr>
            <a:xfrm>
              <a:off x="4555198" y="5754220"/>
              <a:ext cx="442209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600">
                  <a:solidFill>
                    <a:schemeClr val="dk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50%</a:t>
              </a:r>
              <a:endParaRPr/>
            </a:p>
          </p:txBody>
        </p:sp>
        <p:cxnSp>
          <p:nvCxnSpPr>
            <p:cNvPr id="316" name="Google Shape;316;p51"/>
            <p:cNvCxnSpPr/>
            <p:nvPr/>
          </p:nvCxnSpPr>
          <p:spPr>
            <a:xfrm>
              <a:off x="6692336" y="5713145"/>
              <a:ext cx="1278879" cy="0"/>
            </a:xfrm>
            <a:prstGeom prst="straightConnector1">
              <a:avLst/>
            </a:prstGeom>
            <a:noFill/>
            <a:ln w="762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7" name="Google Shape;317;p51"/>
            <p:cNvSpPr/>
            <p:nvPr/>
          </p:nvSpPr>
          <p:spPr>
            <a:xfrm>
              <a:off x="7554965" y="5647157"/>
              <a:ext cx="131975" cy="13197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18" name="Google Shape;318;p51"/>
            <p:cNvSpPr txBox="1"/>
            <p:nvPr/>
          </p:nvSpPr>
          <p:spPr>
            <a:xfrm>
              <a:off x="7399847" y="5754510"/>
              <a:ext cx="442209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600">
                  <a:solidFill>
                    <a:schemeClr val="dk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75%</a:t>
              </a:r>
              <a:endParaRPr/>
            </a:p>
          </p:txBody>
        </p:sp>
        <p:cxnSp>
          <p:nvCxnSpPr>
            <p:cNvPr id="319" name="Google Shape;319;p51"/>
            <p:cNvCxnSpPr/>
            <p:nvPr/>
          </p:nvCxnSpPr>
          <p:spPr>
            <a:xfrm>
              <a:off x="9249894" y="5716499"/>
              <a:ext cx="1278879" cy="0"/>
            </a:xfrm>
            <a:prstGeom prst="straightConnector1">
              <a:avLst/>
            </a:prstGeom>
            <a:noFill/>
            <a:ln w="762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0" name="Google Shape;320;p51"/>
            <p:cNvSpPr/>
            <p:nvPr/>
          </p:nvSpPr>
          <p:spPr>
            <a:xfrm>
              <a:off x="10492009" y="5650511"/>
              <a:ext cx="131975" cy="1319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21" name="Google Shape;321;p51"/>
            <p:cNvSpPr txBox="1"/>
            <p:nvPr/>
          </p:nvSpPr>
          <p:spPr>
            <a:xfrm>
              <a:off x="10336891" y="5757864"/>
              <a:ext cx="442209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600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100%</a:t>
              </a:r>
              <a:endParaRPr/>
            </a:p>
          </p:txBody>
        </p:sp>
      </p:grpSp>
      <p:cxnSp>
        <p:nvCxnSpPr>
          <p:cNvPr id="322" name="Google Shape;322;p51"/>
          <p:cNvCxnSpPr/>
          <p:nvPr/>
        </p:nvCxnSpPr>
        <p:spPr>
          <a:xfrm>
            <a:off x="3581335" y="1903215"/>
            <a:ext cx="0" cy="453531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323" name="Google Shape;323;p51"/>
          <p:cNvCxnSpPr/>
          <p:nvPr/>
        </p:nvCxnSpPr>
        <p:spPr>
          <a:xfrm>
            <a:off x="6099922" y="1903215"/>
            <a:ext cx="0" cy="453531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324" name="Google Shape;324;p51"/>
          <p:cNvCxnSpPr/>
          <p:nvPr/>
        </p:nvCxnSpPr>
        <p:spPr>
          <a:xfrm>
            <a:off x="8663616" y="1909626"/>
            <a:ext cx="0" cy="453531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325" name="Google Shape;325;p51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26" name="Google Shape;326;p51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11812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x - Creme - L'ordinateur a droite">
  <p:cSld name="x - Creme - L'ordinateur a droit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329" name="Google Shape;329;p52" descr="Et billede, der indeholder elektronik, computer, bærbar, Elektronisk enhed&#10;&#10;Automatisk genereret beskrivel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344" y="1525848"/>
            <a:ext cx="7518507" cy="480393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52"/>
          <p:cNvSpPr>
            <a:spLocks noGrp="1"/>
          </p:cNvSpPr>
          <p:nvPr>
            <p:ph type="pic" idx="2"/>
          </p:nvPr>
        </p:nvSpPr>
        <p:spPr>
          <a:xfrm>
            <a:off x="4846258" y="1869853"/>
            <a:ext cx="6097421" cy="4012225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52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32" name="Google Shape;332;p52" descr="A black and orang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52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28659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36315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x - Creme - Computadores til venstre">
  <p:cSld name="x - Creme - Computadores til venstr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336" name="Google Shape;336;p53" descr="Et billede, der indeholder elektronik, computer, bærbar, Elektronisk enhed&#10;&#10;Automatisk genereret beskrivel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5808" y="1682106"/>
            <a:ext cx="7518507" cy="480393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3"/>
          <p:cNvSpPr>
            <a:spLocks noGrp="1"/>
          </p:cNvSpPr>
          <p:nvPr>
            <p:ph type="pic" idx="2"/>
          </p:nvPr>
        </p:nvSpPr>
        <p:spPr>
          <a:xfrm>
            <a:off x="1159722" y="2026111"/>
            <a:ext cx="6097421" cy="4012225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53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39" name="Google Shape;339;p53" descr="A black and orang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53"/>
          <p:cNvSpPr txBox="1">
            <a:spLocks noGrp="1"/>
          </p:cNvSpPr>
          <p:nvPr>
            <p:ph type="body" idx="1"/>
          </p:nvPr>
        </p:nvSpPr>
        <p:spPr>
          <a:xfrm>
            <a:off x="8186975" y="1873975"/>
            <a:ext cx="29493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 Light"/>
              <a:buChar char="•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57882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x - Roadmap / tabel - Hvid">
  <p:cSld name="x - Roadmap / tabel - Hvid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4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graphicFrame>
        <p:nvGraphicFramePr>
          <p:cNvPr id="343" name="Google Shape;343;p54"/>
          <p:cNvGraphicFramePr/>
          <p:nvPr/>
        </p:nvGraphicFramePr>
        <p:xfrm>
          <a:off x="470400" y="1912706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4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cxnSp>
        <p:nvCxnSpPr>
          <p:cNvPr id="344" name="Google Shape;344;p54"/>
          <p:cNvCxnSpPr/>
          <p:nvPr/>
        </p:nvCxnSpPr>
        <p:spPr>
          <a:xfrm>
            <a:off x="2003542" y="1627824"/>
            <a:ext cx="9890258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5" name="Google Shape;345;p54"/>
          <p:cNvSpPr txBox="1"/>
          <p:nvPr/>
        </p:nvSpPr>
        <p:spPr>
          <a:xfrm>
            <a:off x="3665401" y="1664645"/>
            <a:ext cx="82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Condensed Light"/>
              <a:buNone/>
            </a:pPr>
            <a:r>
              <a:rPr lang="da-DK" sz="1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MAR</a:t>
            </a:r>
            <a:endParaRPr sz="10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46" name="Google Shape;346;p54"/>
          <p:cNvSpPr txBox="1"/>
          <p:nvPr/>
        </p:nvSpPr>
        <p:spPr>
          <a:xfrm>
            <a:off x="4491021" y="1664645"/>
            <a:ext cx="82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Condensed Light"/>
              <a:buNone/>
            </a:pPr>
            <a:r>
              <a:rPr lang="da-DK" sz="1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APR</a:t>
            </a:r>
            <a:endParaRPr sz="10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47" name="Google Shape;347;p54"/>
          <p:cNvSpPr txBox="1"/>
          <p:nvPr/>
        </p:nvSpPr>
        <p:spPr>
          <a:xfrm>
            <a:off x="5316641" y="1664645"/>
            <a:ext cx="82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Condensed Light"/>
              <a:buNone/>
            </a:pPr>
            <a:r>
              <a:rPr lang="da-DK" sz="1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MAJ</a:t>
            </a:r>
            <a:endParaRPr sz="10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48" name="Google Shape;348;p54"/>
          <p:cNvSpPr txBox="1"/>
          <p:nvPr/>
        </p:nvSpPr>
        <p:spPr>
          <a:xfrm>
            <a:off x="6142261" y="1664645"/>
            <a:ext cx="82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Condensed Light"/>
              <a:buNone/>
            </a:pPr>
            <a:r>
              <a:rPr lang="da-DK" sz="1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JUN</a:t>
            </a:r>
            <a:endParaRPr sz="10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49" name="Google Shape;349;p54"/>
          <p:cNvSpPr txBox="1"/>
          <p:nvPr/>
        </p:nvSpPr>
        <p:spPr>
          <a:xfrm>
            <a:off x="6967881" y="1664645"/>
            <a:ext cx="82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Condensed Light"/>
              <a:buNone/>
            </a:pPr>
            <a:r>
              <a:rPr lang="da-DK" sz="1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JUL</a:t>
            </a:r>
            <a:endParaRPr sz="10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50" name="Google Shape;350;p54"/>
          <p:cNvSpPr txBox="1"/>
          <p:nvPr/>
        </p:nvSpPr>
        <p:spPr>
          <a:xfrm>
            <a:off x="7793506" y="1664645"/>
            <a:ext cx="82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Condensed Light"/>
              <a:buNone/>
            </a:pPr>
            <a:r>
              <a:rPr lang="da-DK" sz="1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AUG</a:t>
            </a:r>
            <a:endParaRPr sz="10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cxnSp>
        <p:nvCxnSpPr>
          <p:cNvPr id="351" name="Google Shape;351;p54"/>
          <p:cNvCxnSpPr/>
          <p:nvPr/>
        </p:nvCxnSpPr>
        <p:spPr>
          <a:xfrm>
            <a:off x="2003542" y="1910866"/>
            <a:ext cx="9890258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2" name="Google Shape;352;p54"/>
          <p:cNvSpPr txBox="1"/>
          <p:nvPr/>
        </p:nvSpPr>
        <p:spPr>
          <a:xfrm>
            <a:off x="2864384" y="1651779"/>
            <a:ext cx="82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Condensed Light"/>
              <a:buNone/>
            </a:pPr>
            <a:r>
              <a:rPr lang="da-DK" sz="1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FEB</a:t>
            </a:r>
            <a:endParaRPr sz="10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grpSp>
        <p:nvGrpSpPr>
          <p:cNvPr id="353" name="Google Shape;353;p54"/>
          <p:cNvGrpSpPr/>
          <p:nvPr/>
        </p:nvGrpSpPr>
        <p:grpSpPr>
          <a:xfrm>
            <a:off x="2003542" y="1912706"/>
            <a:ext cx="9890258" cy="4337091"/>
            <a:chOff x="2003542" y="1912706"/>
            <a:chExt cx="9890258" cy="1107080"/>
          </a:xfrm>
        </p:grpSpPr>
        <p:cxnSp>
          <p:nvCxnSpPr>
            <p:cNvPr id="354" name="Google Shape;354;p54"/>
            <p:cNvCxnSpPr/>
            <p:nvPr/>
          </p:nvCxnSpPr>
          <p:spPr>
            <a:xfrm>
              <a:off x="2003542" y="1912723"/>
              <a:ext cx="0" cy="1107063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5" name="Google Shape;355;p54"/>
            <p:cNvCxnSpPr/>
            <p:nvPr/>
          </p:nvCxnSpPr>
          <p:spPr>
            <a:xfrm>
              <a:off x="2838011" y="1912723"/>
              <a:ext cx="0" cy="1107063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6" name="Google Shape;356;p54"/>
            <p:cNvCxnSpPr/>
            <p:nvPr/>
          </p:nvCxnSpPr>
          <p:spPr>
            <a:xfrm>
              <a:off x="3670652" y="1912723"/>
              <a:ext cx="0" cy="1107063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7" name="Google Shape;357;p54"/>
            <p:cNvCxnSpPr/>
            <p:nvPr/>
          </p:nvCxnSpPr>
          <p:spPr>
            <a:xfrm>
              <a:off x="4505121" y="1912723"/>
              <a:ext cx="0" cy="1107063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8" name="Google Shape;358;p54"/>
            <p:cNvCxnSpPr/>
            <p:nvPr/>
          </p:nvCxnSpPr>
          <p:spPr>
            <a:xfrm>
              <a:off x="5320122" y="1912723"/>
              <a:ext cx="0" cy="1107063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9" name="Google Shape;359;p54"/>
            <p:cNvCxnSpPr/>
            <p:nvPr/>
          </p:nvCxnSpPr>
          <p:spPr>
            <a:xfrm>
              <a:off x="6154591" y="1912723"/>
              <a:ext cx="0" cy="1107063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0" name="Google Shape;360;p54"/>
            <p:cNvCxnSpPr/>
            <p:nvPr/>
          </p:nvCxnSpPr>
          <p:spPr>
            <a:xfrm>
              <a:off x="6957491" y="1912723"/>
              <a:ext cx="0" cy="1107063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1" name="Google Shape;361;p54"/>
            <p:cNvCxnSpPr/>
            <p:nvPr/>
          </p:nvCxnSpPr>
          <p:spPr>
            <a:xfrm>
              <a:off x="7772492" y="1912723"/>
              <a:ext cx="0" cy="1107063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2" name="Google Shape;362;p54"/>
            <p:cNvCxnSpPr/>
            <p:nvPr/>
          </p:nvCxnSpPr>
          <p:spPr>
            <a:xfrm>
              <a:off x="8606961" y="1912723"/>
              <a:ext cx="0" cy="1107063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3" name="Google Shape;363;p54"/>
            <p:cNvCxnSpPr/>
            <p:nvPr/>
          </p:nvCxnSpPr>
          <p:spPr>
            <a:xfrm>
              <a:off x="9441430" y="1912706"/>
              <a:ext cx="0" cy="1107063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4" name="Google Shape;364;p54"/>
            <p:cNvCxnSpPr/>
            <p:nvPr/>
          </p:nvCxnSpPr>
          <p:spPr>
            <a:xfrm>
              <a:off x="10244330" y="1912706"/>
              <a:ext cx="0" cy="1107063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5" name="Google Shape;365;p54"/>
            <p:cNvCxnSpPr/>
            <p:nvPr/>
          </p:nvCxnSpPr>
          <p:spPr>
            <a:xfrm>
              <a:off x="11059331" y="1912706"/>
              <a:ext cx="0" cy="1107063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6" name="Google Shape;366;p54"/>
            <p:cNvCxnSpPr/>
            <p:nvPr/>
          </p:nvCxnSpPr>
          <p:spPr>
            <a:xfrm>
              <a:off x="11893800" y="1912706"/>
              <a:ext cx="0" cy="1107063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7" name="Google Shape;367;p54"/>
          <p:cNvSpPr txBox="1"/>
          <p:nvPr/>
        </p:nvSpPr>
        <p:spPr>
          <a:xfrm>
            <a:off x="8627949" y="1664980"/>
            <a:ext cx="82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Condensed Light"/>
              <a:buNone/>
            </a:pPr>
            <a:r>
              <a:rPr lang="da-DK" sz="1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SEP</a:t>
            </a:r>
            <a:endParaRPr sz="10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68" name="Google Shape;368;p54"/>
          <p:cNvSpPr txBox="1"/>
          <p:nvPr/>
        </p:nvSpPr>
        <p:spPr>
          <a:xfrm>
            <a:off x="9453574" y="1664980"/>
            <a:ext cx="82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Condensed Light"/>
              <a:buNone/>
            </a:pPr>
            <a:r>
              <a:rPr lang="da-DK" sz="1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OKT</a:t>
            </a:r>
            <a:endParaRPr sz="10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69" name="Google Shape;369;p54"/>
          <p:cNvSpPr txBox="1"/>
          <p:nvPr/>
        </p:nvSpPr>
        <p:spPr>
          <a:xfrm>
            <a:off x="10259984" y="1664981"/>
            <a:ext cx="82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Condensed Light"/>
              <a:buNone/>
            </a:pPr>
            <a:r>
              <a:rPr lang="da-DK" sz="1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NOV</a:t>
            </a:r>
            <a:endParaRPr sz="10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70" name="Google Shape;370;p54"/>
          <p:cNvSpPr txBox="1"/>
          <p:nvPr/>
        </p:nvSpPr>
        <p:spPr>
          <a:xfrm>
            <a:off x="11085609" y="1664981"/>
            <a:ext cx="82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Condensed Light"/>
              <a:buNone/>
            </a:pPr>
            <a:r>
              <a:rPr lang="da-DK" sz="1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DEC</a:t>
            </a:r>
            <a:endParaRPr sz="10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71" name="Google Shape;371;p54"/>
          <p:cNvSpPr txBox="1">
            <a:spLocks noGrp="1"/>
          </p:cNvSpPr>
          <p:nvPr>
            <p:ph type="body" idx="1"/>
          </p:nvPr>
        </p:nvSpPr>
        <p:spPr>
          <a:xfrm>
            <a:off x="469899" y="5954515"/>
            <a:ext cx="1533642" cy="31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2" name="Google Shape;372;p54"/>
          <p:cNvSpPr txBox="1">
            <a:spLocks noGrp="1"/>
          </p:cNvSpPr>
          <p:nvPr>
            <p:ph type="body" idx="2"/>
          </p:nvPr>
        </p:nvSpPr>
        <p:spPr>
          <a:xfrm>
            <a:off x="466553" y="5644424"/>
            <a:ext cx="1533642" cy="31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3" name="Google Shape;373;p54"/>
          <p:cNvSpPr txBox="1">
            <a:spLocks noGrp="1"/>
          </p:cNvSpPr>
          <p:nvPr>
            <p:ph type="body" idx="3"/>
          </p:nvPr>
        </p:nvSpPr>
        <p:spPr>
          <a:xfrm>
            <a:off x="466552" y="5334333"/>
            <a:ext cx="1533642" cy="31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4" name="Google Shape;374;p54"/>
          <p:cNvSpPr txBox="1">
            <a:spLocks noGrp="1"/>
          </p:cNvSpPr>
          <p:nvPr>
            <p:ph type="body" idx="4"/>
          </p:nvPr>
        </p:nvSpPr>
        <p:spPr>
          <a:xfrm>
            <a:off x="468613" y="5024242"/>
            <a:ext cx="1533642" cy="31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5" name="Google Shape;375;p54"/>
          <p:cNvSpPr txBox="1">
            <a:spLocks noGrp="1"/>
          </p:cNvSpPr>
          <p:nvPr>
            <p:ph type="body" idx="5"/>
          </p:nvPr>
        </p:nvSpPr>
        <p:spPr>
          <a:xfrm>
            <a:off x="468215" y="4699342"/>
            <a:ext cx="1533642" cy="31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6" name="Google Shape;376;p54"/>
          <p:cNvSpPr txBox="1">
            <a:spLocks noGrp="1"/>
          </p:cNvSpPr>
          <p:nvPr>
            <p:ph type="body" idx="6"/>
          </p:nvPr>
        </p:nvSpPr>
        <p:spPr>
          <a:xfrm>
            <a:off x="464869" y="4389251"/>
            <a:ext cx="1533642" cy="31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7" name="Google Shape;377;p54"/>
          <p:cNvSpPr txBox="1">
            <a:spLocks noGrp="1"/>
          </p:cNvSpPr>
          <p:nvPr>
            <p:ph type="body" idx="7"/>
          </p:nvPr>
        </p:nvSpPr>
        <p:spPr>
          <a:xfrm>
            <a:off x="464868" y="4079160"/>
            <a:ext cx="1533642" cy="31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8" name="Google Shape;378;p54"/>
          <p:cNvSpPr txBox="1">
            <a:spLocks noGrp="1"/>
          </p:cNvSpPr>
          <p:nvPr>
            <p:ph type="body" idx="8"/>
          </p:nvPr>
        </p:nvSpPr>
        <p:spPr>
          <a:xfrm>
            <a:off x="469650" y="3769069"/>
            <a:ext cx="1533642" cy="31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9" name="Google Shape;379;p54"/>
          <p:cNvSpPr txBox="1">
            <a:spLocks noGrp="1"/>
          </p:cNvSpPr>
          <p:nvPr>
            <p:ph type="body" idx="9"/>
          </p:nvPr>
        </p:nvSpPr>
        <p:spPr>
          <a:xfrm>
            <a:off x="469899" y="3465463"/>
            <a:ext cx="1533642" cy="31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0" name="Google Shape;380;p54"/>
          <p:cNvSpPr txBox="1">
            <a:spLocks noGrp="1"/>
          </p:cNvSpPr>
          <p:nvPr>
            <p:ph type="body" idx="13"/>
          </p:nvPr>
        </p:nvSpPr>
        <p:spPr>
          <a:xfrm>
            <a:off x="466553" y="3155372"/>
            <a:ext cx="1533642" cy="31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1" name="Google Shape;381;p54"/>
          <p:cNvSpPr txBox="1">
            <a:spLocks noGrp="1"/>
          </p:cNvSpPr>
          <p:nvPr>
            <p:ph type="body" idx="14"/>
          </p:nvPr>
        </p:nvSpPr>
        <p:spPr>
          <a:xfrm>
            <a:off x="466552" y="2845281"/>
            <a:ext cx="1533642" cy="31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2" name="Google Shape;382;p54"/>
          <p:cNvSpPr txBox="1">
            <a:spLocks noGrp="1"/>
          </p:cNvSpPr>
          <p:nvPr>
            <p:ph type="body" idx="15"/>
          </p:nvPr>
        </p:nvSpPr>
        <p:spPr>
          <a:xfrm>
            <a:off x="468613" y="2535190"/>
            <a:ext cx="1533642" cy="31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3" name="Google Shape;383;p54"/>
          <p:cNvSpPr txBox="1">
            <a:spLocks noGrp="1"/>
          </p:cNvSpPr>
          <p:nvPr>
            <p:ph type="body" idx="16"/>
          </p:nvPr>
        </p:nvSpPr>
        <p:spPr>
          <a:xfrm>
            <a:off x="468215" y="2210290"/>
            <a:ext cx="1533642" cy="31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4" name="Google Shape;384;p54"/>
          <p:cNvSpPr txBox="1">
            <a:spLocks noGrp="1"/>
          </p:cNvSpPr>
          <p:nvPr>
            <p:ph type="body" idx="17"/>
          </p:nvPr>
        </p:nvSpPr>
        <p:spPr>
          <a:xfrm>
            <a:off x="464869" y="1900199"/>
            <a:ext cx="1533642" cy="310091"/>
          </a:xfrm>
          <a:prstGeom prst="rect">
            <a:avLst/>
          </a:prstGeom>
          <a:solidFill>
            <a:srgbClr val="EAE8DD">
              <a:alpha val="48730"/>
            </a:srgbClr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5" name="Google Shape;385;p54"/>
          <p:cNvSpPr txBox="1"/>
          <p:nvPr/>
        </p:nvSpPr>
        <p:spPr>
          <a:xfrm>
            <a:off x="2006922" y="1651779"/>
            <a:ext cx="82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Condensed Light"/>
              <a:buNone/>
            </a:pPr>
            <a:r>
              <a:rPr lang="da-DK" sz="1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JAN</a:t>
            </a:r>
            <a:endParaRPr sz="10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pic>
        <p:nvPicPr>
          <p:cNvPr id="386" name="Google Shape;386;p54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4"/>
          <p:cNvSpPr/>
          <p:nvPr/>
        </p:nvSpPr>
        <p:spPr>
          <a:xfrm>
            <a:off x="624765" y="950454"/>
            <a:ext cx="240997" cy="210689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5609379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ut">
  <p:cSld name="Slut">
    <p:bg>
      <p:bgPr>
        <a:solidFill>
          <a:schemeClr val="dk2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55"/>
          <p:cNvPicPr preferRelativeResize="0"/>
          <p:nvPr/>
        </p:nvPicPr>
        <p:blipFill rotWithShape="1">
          <a:blip r:embed="rId2">
            <a:alphaModFix amt="3000"/>
          </a:blip>
          <a:srcRect/>
          <a:stretch/>
        </p:blipFill>
        <p:spPr>
          <a:xfrm>
            <a:off x="-3599631" y="-1917768"/>
            <a:ext cx="14764151" cy="80091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55"/>
          <p:cNvGrpSpPr/>
          <p:nvPr/>
        </p:nvGrpSpPr>
        <p:grpSpPr>
          <a:xfrm>
            <a:off x="4064700" y="2472173"/>
            <a:ext cx="4062600" cy="1913655"/>
            <a:chOff x="4064629" y="2340396"/>
            <a:chExt cx="4062600" cy="1913655"/>
          </a:xfrm>
        </p:grpSpPr>
        <p:sp>
          <p:nvSpPr>
            <p:cNvPr id="391" name="Google Shape;391;p55"/>
            <p:cNvSpPr/>
            <p:nvPr/>
          </p:nvSpPr>
          <p:spPr>
            <a:xfrm>
              <a:off x="4064629" y="3702651"/>
              <a:ext cx="40626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1800"/>
                <a:buFont typeface="Arial"/>
                <a:buNone/>
              </a:pP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InboundCPH A/S  </a:t>
              </a:r>
              <a:r>
                <a:rPr lang="da-DK" sz="105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•</a:t>
              </a: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  info@inboundcph.dk  </a:t>
              </a:r>
              <a:r>
                <a:rPr lang="da-DK" sz="105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• </a:t>
              </a: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  70 23 35 35</a:t>
              </a:r>
              <a:endParaRPr sz="1400" b="0" i="0" u="none" strike="noStrike" cap="none">
                <a:solidFill>
                  <a:srgbClr val="000000"/>
                </a:solidFill>
                <a:latin typeface="Manrope Light"/>
                <a:ea typeface="Manrope Light"/>
                <a:cs typeface="Manrope Light"/>
                <a:sym typeface="Manrope Light"/>
              </a:endParaRPr>
            </a:p>
            <a:p>
              <a:pPr marL="0" marR="0" lvl="0" indent="0" algn="ctr" rtl="0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1800"/>
                <a:buFont typeface="Arial"/>
                <a:buNone/>
              </a:pP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Rosenvængets Allé 11, 2100 København Ø</a:t>
              </a:r>
              <a:endParaRPr sz="1400" b="0" i="0" u="none" strike="noStrike" cap="none">
                <a:solidFill>
                  <a:srgbClr val="000000"/>
                </a:solidFill>
                <a:latin typeface="Manrope Light"/>
                <a:ea typeface="Manrope Light"/>
                <a:cs typeface="Manrope Light"/>
                <a:sym typeface="Manrope Light"/>
              </a:endParaRPr>
            </a:p>
          </p:txBody>
        </p:sp>
        <p:pic>
          <p:nvPicPr>
            <p:cNvPr id="392" name="Google Shape;392;p55" descr="Logo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089305" y="2340396"/>
              <a:ext cx="2013390" cy="106598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8682335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ut 1">
  <p:cSld name="Slut 1">
    <p:bg>
      <p:bgPr>
        <a:solidFill>
          <a:schemeClr val="dk2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56"/>
          <p:cNvGrpSpPr/>
          <p:nvPr/>
        </p:nvGrpSpPr>
        <p:grpSpPr>
          <a:xfrm>
            <a:off x="6096000" y="2472173"/>
            <a:ext cx="4062600" cy="1913655"/>
            <a:chOff x="4064629" y="2340396"/>
            <a:chExt cx="4062600" cy="1913655"/>
          </a:xfrm>
        </p:grpSpPr>
        <p:sp>
          <p:nvSpPr>
            <p:cNvPr id="395" name="Google Shape;395;p56"/>
            <p:cNvSpPr/>
            <p:nvPr/>
          </p:nvSpPr>
          <p:spPr>
            <a:xfrm>
              <a:off x="4064629" y="3702651"/>
              <a:ext cx="40626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1800"/>
                <a:buFont typeface="Arial"/>
                <a:buNone/>
              </a:pP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InboundCPH A/S  </a:t>
              </a:r>
              <a:r>
                <a:rPr lang="da-DK" sz="105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•</a:t>
              </a: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  info@inboundcph.dk  </a:t>
              </a:r>
              <a:r>
                <a:rPr lang="da-DK" sz="105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• </a:t>
              </a: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  70 23 35 35</a:t>
              </a:r>
              <a:endParaRPr sz="1400" b="0" i="0" u="none" strike="noStrike" cap="none">
                <a:solidFill>
                  <a:srgbClr val="000000"/>
                </a:solidFill>
                <a:latin typeface="Manrope Light"/>
                <a:ea typeface="Manrope Light"/>
                <a:cs typeface="Manrope Light"/>
                <a:sym typeface="Manrope Light"/>
              </a:endParaRPr>
            </a:p>
            <a:p>
              <a:pPr marL="0" marR="0" lvl="0" indent="0" algn="ctr" rtl="0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1800"/>
                <a:buFont typeface="Arial"/>
                <a:buNone/>
              </a:pP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Rosenvængets Allé 11, 2100 København Ø</a:t>
              </a:r>
              <a:endParaRPr sz="1400" b="0" i="0" u="none" strike="noStrike" cap="none">
                <a:solidFill>
                  <a:srgbClr val="000000"/>
                </a:solidFill>
                <a:latin typeface="Manrope Light"/>
                <a:ea typeface="Manrope Light"/>
                <a:cs typeface="Manrope Light"/>
                <a:sym typeface="Manrope Light"/>
              </a:endParaRPr>
            </a:p>
          </p:txBody>
        </p:sp>
        <p:pic>
          <p:nvPicPr>
            <p:cNvPr id="396" name="Google Shape;396;p56" descr="Logo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089305" y="2340396"/>
              <a:ext cx="2013390" cy="10659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7" name="Google Shape;397;p56"/>
          <p:cNvSpPr/>
          <p:nvPr/>
        </p:nvSpPr>
        <p:spPr>
          <a:xfrm>
            <a:off x="9900" y="0"/>
            <a:ext cx="3765900" cy="6858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98" name="Google Shape;398;p56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19692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400"/>
              <a:buFont typeface="Manrope"/>
              <a:buChar char="•"/>
              <a:defRPr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Font typeface="Manrope"/>
              <a:buChar char="•"/>
              <a:defRPr sz="10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Font typeface="Manrope"/>
              <a:buChar char="•"/>
              <a:defRPr sz="10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000"/>
              <a:buFont typeface="Manrope"/>
              <a:buChar char="•"/>
              <a:defRPr sz="10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anrope"/>
              <a:buChar char="•"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9" name="Google Shape;399;p56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00" name="Google Shape;400;p56"/>
          <p:cNvSpPr/>
          <p:nvPr/>
        </p:nvSpPr>
        <p:spPr>
          <a:xfrm>
            <a:off x="624765" y="950454"/>
            <a:ext cx="240900" cy="2106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7466269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kst slide - Mørk - Med pil">
  <p:cSld name="Tekst slide - Mørk - Med pil">
    <p:bg>
      <p:bgPr>
        <a:solidFill>
          <a:schemeClr val="dk2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7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03" name="Google Shape;403;p57"/>
          <p:cNvSpPr txBox="1">
            <a:spLocks noGrp="1"/>
          </p:cNvSpPr>
          <p:nvPr>
            <p:ph type="body" idx="1"/>
          </p:nvPr>
        </p:nvSpPr>
        <p:spPr>
          <a:xfrm>
            <a:off x="1063228" y="1873971"/>
            <a:ext cx="10073100" cy="44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04" name="Google Shape;404;p57" descr="A white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4946" y="6325910"/>
            <a:ext cx="349461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7"/>
          <p:cNvSpPr/>
          <p:nvPr/>
        </p:nvSpPr>
        <p:spPr>
          <a:xfrm>
            <a:off x="633643" y="956283"/>
            <a:ext cx="240900" cy="2106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248509661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med centreret headline - Hvid">
  <p:cSld name="Standard med centreret headline - Hvid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8"/>
          <p:cNvSpPr txBox="1">
            <a:spLocks noGrp="1"/>
          </p:cNvSpPr>
          <p:nvPr>
            <p:ph type="title"/>
          </p:nvPr>
        </p:nvSpPr>
        <p:spPr>
          <a:xfrm>
            <a:off x="3575054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08" name="Google Shape;408;p58"/>
          <p:cNvSpPr txBox="1">
            <a:spLocks noGrp="1"/>
          </p:cNvSpPr>
          <p:nvPr>
            <p:ph type="body" idx="1"/>
          </p:nvPr>
        </p:nvSpPr>
        <p:spPr>
          <a:xfrm>
            <a:off x="1063228" y="1873971"/>
            <a:ext cx="10073100" cy="44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09" name="Google Shape;409;p58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718169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bg>
      <p:bgPr>
        <a:solidFill>
          <a:schemeClr val="dk2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59"/>
          <p:cNvPicPr preferRelativeResize="0"/>
          <p:nvPr/>
        </p:nvPicPr>
        <p:blipFill rotWithShape="1">
          <a:blip r:embed="rId2">
            <a:alphaModFix amt="3000"/>
          </a:blip>
          <a:srcRect/>
          <a:stretch/>
        </p:blipFill>
        <p:spPr>
          <a:xfrm>
            <a:off x="-3599631" y="-1917768"/>
            <a:ext cx="14764151" cy="8009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9"/>
          <p:cNvPicPr preferRelativeResize="0"/>
          <p:nvPr/>
        </p:nvPicPr>
        <p:blipFill rotWithShape="1">
          <a:blip r:embed="rId2">
            <a:alphaModFix amt="2000"/>
          </a:blip>
          <a:srcRect/>
          <a:stretch/>
        </p:blipFill>
        <p:spPr>
          <a:xfrm>
            <a:off x="360274" y="-1088968"/>
            <a:ext cx="19326463" cy="10484053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9"/>
          <p:cNvSpPr txBox="1">
            <a:spLocks noGrp="1"/>
          </p:cNvSpPr>
          <p:nvPr>
            <p:ph type="title"/>
          </p:nvPr>
        </p:nvSpPr>
        <p:spPr>
          <a:xfrm>
            <a:off x="0" y="3161235"/>
            <a:ext cx="12192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 ExtraBold"/>
              <a:buNone/>
              <a:defRPr sz="3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14" name="Google Shape;414;p59"/>
          <p:cNvSpPr txBox="1">
            <a:spLocks noGrp="1"/>
          </p:cNvSpPr>
          <p:nvPr>
            <p:ph type="body" idx="1"/>
          </p:nvPr>
        </p:nvSpPr>
        <p:spPr>
          <a:xfrm>
            <a:off x="0" y="2929005"/>
            <a:ext cx="12192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Char char="•"/>
              <a:defRPr sz="105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Char char="•"/>
              <a:defRPr sz="105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09049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ointer - Hvid">
  <p:cSld name="3 pointer - Hvid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18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17" name="Google Shape;417;p60"/>
          <p:cNvSpPr/>
          <p:nvPr/>
        </p:nvSpPr>
        <p:spPr>
          <a:xfrm>
            <a:off x="4381500" y="3299653"/>
            <a:ext cx="3517800" cy="2578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8" name="Google Shape;418;p60"/>
          <p:cNvSpPr txBox="1">
            <a:spLocks noGrp="1"/>
          </p:cNvSpPr>
          <p:nvPr>
            <p:ph type="body" idx="1"/>
          </p:nvPr>
        </p:nvSpPr>
        <p:spPr>
          <a:xfrm>
            <a:off x="1055688" y="4127500"/>
            <a:ext cx="2616300" cy="14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9" name="Google Shape;419;p60"/>
          <p:cNvSpPr txBox="1">
            <a:spLocks noGrp="1"/>
          </p:cNvSpPr>
          <p:nvPr>
            <p:ph type="body" idx="2"/>
          </p:nvPr>
        </p:nvSpPr>
        <p:spPr>
          <a:xfrm>
            <a:off x="4797021" y="4127500"/>
            <a:ext cx="2616300" cy="14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0" name="Google Shape;420;p60"/>
          <p:cNvSpPr txBox="1">
            <a:spLocks noGrp="1"/>
          </p:cNvSpPr>
          <p:nvPr>
            <p:ph type="body" idx="3"/>
          </p:nvPr>
        </p:nvSpPr>
        <p:spPr>
          <a:xfrm>
            <a:off x="8520113" y="4127500"/>
            <a:ext cx="2616300" cy="14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1" name="Google Shape;421;p60"/>
          <p:cNvSpPr txBox="1">
            <a:spLocks noGrp="1"/>
          </p:cNvSpPr>
          <p:nvPr>
            <p:ph type="body" idx="4"/>
          </p:nvPr>
        </p:nvSpPr>
        <p:spPr>
          <a:xfrm>
            <a:off x="1055688" y="3490153"/>
            <a:ext cx="26163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1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2" name="Google Shape;422;p60"/>
          <p:cNvSpPr txBox="1">
            <a:spLocks noGrp="1"/>
          </p:cNvSpPr>
          <p:nvPr>
            <p:ph type="body" idx="5"/>
          </p:nvPr>
        </p:nvSpPr>
        <p:spPr>
          <a:xfrm>
            <a:off x="4797021" y="3490153"/>
            <a:ext cx="26163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1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3" name="Google Shape;423;p60"/>
          <p:cNvSpPr txBox="1">
            <a:spLocks noGrp="1"/>
          </p:cNvSpPr>
          <p:nvPr>
            <p:ph type="body" idx="6"/>
          </p:nvPr>
        </p:nvSpPr>
        <p:spPr>
          <a:xfrm>
            <a:off x="8520113" y="3490153"/>
            <a:ext cx="26163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 b="1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24" name="Google Shape;424;p60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60"/>
          <p:cNvSpPr/>
          <p:nvPr/>
        </p:nvSpPr>
        <p:spPr>
          <a:xfrm>
            <a:off x="633643" y="956283"/>
            <a:ext cx="240900" cy="2106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61531026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nning nye favorit">
  <p:cSld name="Henning nye favorit">
    <p:bg>
      <p:bgPr>
        <a:solidFill>
          <a:schemeClr val="dk2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1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28" name="Google Shape;428;p61"/>
          <p:cNvSpPr>
            <a:spLocks noGrp="1"/>
          </p:cNvSpPr>
          <p:nvPr>
            <p:ph type="pic" idx="2"/>
          </p:nvPr>
        </p:nvSpPr>
        <p:spPr>
          <a:xfrm>
            <a:off x="6105525" y="0"/>
            <a:ext cx="6086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61"/>
          <p:cNvSpPr txBox="1">
            <a:spLocks noGrp="1"/>
          </p:cNvSpPr>
          <p:nvPr>
            <p:ph type="body" idx="1"/>
          </p:nvPr>
        </p:nvSpPr>
        <p:spPr>
          <a:xfrm>
            <a:off x="1063227" y="1873971"/>
            <a:ext cx="4753500" cy="44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30480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0" name="Google Shape;430;p61"/>
          <p:cNvSpPr/>
          <p:nvPr/>
        </p:nvSpPr>
        <p:spPr>
          <a:xfrm>
            <a:off x="633643" y="956283"/>
            <a:ext cx="240900" cy="2106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1" name="Google Shape;431;p61"/>
          <p:cNvSpPr/>
          <p:nvPr/>
        </p:nvSpPr>
        <p:spPr>
          <a:xfrm>
            <a:off x="6105525" y="0"/>
            <a:ext cx="6086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32" name="Google Shape;432;p61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980625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solidFill>
          <a:schemeClr val="dk2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2"/>
          <p:cNvSpPr txBox="1">
            <a:spLocks noGrp="1"/>
          </p:cNvSpPr>
          <p:nvPr>
            <p:ph type="title"/>
          </p:nvPr>
        </p:nvSpPr>
        <p:spPr>
          <a:xfrm>
            <a:off x="1055688" y="829249"/>
            <a:ext cx="10080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35" name="Google Shape;435;p62"/>
          <p:cNvSpPr/>
          <p:nvPr/>
        </p:nvSpPr>
        <p:spPr>
          <a:xfrm>
            <a:off x="633643" y="956283"/>
            <a:ext cx="240900" cy="2106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36" name="Google Shape;436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10938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114C-0FC8-75F3-0C94-7C900E37D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91AB4-7119-3CB8-26FB-603AEED2E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81090-2476-631D-658D-0EE8E5AE0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870F3-9779-B24E-81F5-203AB891162F}" type="datetimeFigureOut">
              <a:rPr lang="en-DK" smtClean="0"/>
              <a:t>16/04/2026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0FAB8-3338-98BD-2027-BF6710FC7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F85D7-5106-D42B-B2EF-9AC42EE9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1022-F564-DB4A-A066-C5126133CA9D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4020133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3) Divider - Blå">
  <p:cSld name="(3) Divider - Blå">
    <p:bg>
      <p:bgPr>
        <a:solidFill>
          <a:schemeClr val="dk2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4"/>
          <p:cNvGrpSpPr/>
          <p:nvPr/>
        </p:nvGrpSpPr>
        <p:grpSpPr>
          <a:xfrm>
            <a:off x="-3590981" y="-1891818"/>
            <a:ext cx="23315397" cy="11501538"/>
            <a:chOff x="-3599631" y="-1917768"/>
            <a:chExt cx="23315397" cy="11501538"/>
          </a:xfrm>
        </p:grpSpPr>
        <p:pic>
          <p:nvPicPr>
            <p:cNvPr id="79" name="Google Shape;79;p14"/>
            <p:cNvPicPr preferRelativeResize="0"/>
            <p:nvPr/>
          </p:nvPicPr>
          <p:blipFill rotWithShape="1">
            <a:blip r:embed="rId2">
              <a:alphaModFix amt="3000"/>
            </a:blip>
            <a:srcRect/>
            <a:stretch/>
          </p:blipFill>
          <p:spPr>
            <a:xfrm>
              <a:off x="-3599631" y="-1917768"/>
              <a:ext cx="14764151" cy="80091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4"/>
            <p:cNvPicPr preferRelativeResize="0"/>
            <p:nvPr/>
          </p:nvPicPr>
          <p:blipFill rotWithShape="1">
            <a:blip r:embed="rId2">
              <a:alphaModFix amt="2000"/>
            </a:blip>
            <a:srcRect/>
            <a:stretch/>
          </p:blipFill>
          <p:spPr>
            <a:xfrm>
              <a:off x="389303" y="-900283"/>
              <a:ext cx="19326463" cy="104840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0" y="3161235"/>
            <a:ext cx="12192000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 ExtraBold"/>
              <a:buNone/>
              <a:defRPr sz="3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1"/>
          </p:nvPr>
        </p:nvSpPr>
        <p:spPr>
          <a:xfrm>
            <a:off x="0" y="2929005"/>
            <a:ext cx="12192000" cy="232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05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05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6738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Med pil -  ½ Billede" preserve="1">
  <p:cSld name="Creme - Med pil -  ½ Billed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4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42" name="Google Shape;442;p64"/>
          <p:cNvSpPr>
            <a:spLocks noGrp="1"/>
          </p:cNvSpPr>
          <p:nvPr>
            <p:ph type="pic" idx="2"/>
          </p:nvPr>
        </p:nvSpPr>
        <p:spPr>
          <a:xfrm>
            <a:off x="6105525" y="0"/>
            <a:ext cx="6086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64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39813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Font typeface="Manrope"/>
              <a:buChar char="•"/>
              <a:defRPr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Font typeface="Manrope"/>
              <a:buChar char="•"/>
              <a:defRPr sz="11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Font typeface="Manrope"/>
              <a:buChar char="•"/>
              <a:defRPr sz="11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Font typeface="Manrope"/>
              <a:buChar char="•"/>
              <a:defRPr sz="11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"/>
              <a:buChar char="•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"/>
              <a:buChar char="•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"/>
              <a:buChar char="•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"/>
              <a:buChar char="•"/>
              <a:defRPr sz="11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44" name="Google Shape;444;p64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45" name="Google Shape;445;p64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65469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Uden pil -  ½ Billede" preserve="1">
  <p:cSld name="Creme - Uden pil -  ½ Billed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5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48" name="Google Shape;448;p65"/>
          <p:cNvSpPr>
            <a:spLocks noGrp="1"/>
          </p:cNvSpPr>
          <p:nvPr>
            <p:ph type="pic" idx="2"/>
          </p:nvPr>
        </p:nvSpPr>
        <p:spPr>
          <a:xfrm>
            <a:off x="6105525" y="0"/>
            <a:ext cx="6086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65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39912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Font typeface="Manrope"/>
              <a:buChar char="•"/>
              <a:defRPr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Font typeface="Manrope"/>
              <a:buChar char="•"/>
              <a:defRPr sz="11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Font typeface="Manrope"/>
              <a:buChar char="•"/>
              <a:defRPr sz="11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Font typeface="Manrope"/>
              <a:buChar char="•"/>
              <a:defRPr sz="11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"/>
              <a:buChar char="•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"/>
              <a:buChar char="•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"/>
              <a:buChar char="•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"/>
              <a:buChar char="•"/>
              <a:defRPr sz="11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50" name="Google Shape;450;p65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501903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Brødtekst med pil" preserve="1">
  <p:cSld name="Creme - Brødtekst med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6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53" name="Google Shape;453;p66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99333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54" name="Google Shape;454;p66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55" name="Google Shape;455;p66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2911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Brødtekst - Uden pil" preserve="1">
  <p:cSld name="Creme - Brødtekst - Uden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7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58" name="Google Shape;458;p67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99333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59" name="Google Shape;459;p67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0616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Kun header med pil" preserve="1">
  <p:cSld name="Creme - Kun header med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8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462" name="Google Shape;462;p68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68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384784908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Kun header" preserve="1">
  <p:cSld name="Creme - Kun header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9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466" name="Google Shape;466;p69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217631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1) Forside - Basic" preserve="1">
  <p:cSld name="(1) Forside - Basic">
    <p:bg>
      <p:bgPr>
        <a:solidFill>
          <a:schemeClr val="dk2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70"/>
          <p:cNvGrpSpPr/>
          <p:nvPr/>
        </p:nvGrpSpPr>
        <p:grpSpPr>
          <a:xfrm>
            <a:off x="-3590981" y="-1891818"/>
            <a:ext cx="23315397" cy="11501538"/>
            <a:chOff x="-3599631" y="-1917768"/>
            <a:chExt cx="23315397" cy="11501538"/>
          </a:xfrm>
        </p:grpSpPr>
        <p:pic>
          <p:nvPicPr>
            <p:cNvPr id="469" name="Google Shape;469;p70"/>
            <p:cNvPicPr preferRelativeResize="0"/>
            <p:nvPr/>
          </p:nvPicPr>
          <p:blipFill rotWithShape="1">
            <a:blip r:embed="rId2">
              <a:alphaModFix amt="3000"/>
            </a:blip>
            <a:srcRect/>
            <a:stretch/>
          </p:blipFill>
          <p:spPr>
            <a:xfrm>
              <a:off x="-3599631" y="-1917768"/>
              <a:ext cx="14764151" cy="80091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70"/>
            <p:cNvPicPr preferRelativeResize="0"/>
            <p:nvPr/>
          </p:nvPicPr>
          <p:blipFill rotWithShape="1">
            <a:blip r:embed="rId2">
              <a:alphaModFix amt="2000"/>
            </a:blip>
            <a:srcRect/>
            <a:stretch/>
          </p:blipFill>
          <p:spPr>
            <a:xfrm>
              <a:off x="389303" y="-900283"/>
              <a:ext cx="19326463" cy="104840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70"/>
          <p:cNvSpPr txBox="1">
            <a:spLocks noGrp="1"/>
          </p:cNvSpPr>
          <p:nvPr>
            <p:ph type="title"/>
          </p:nvPr>
        </p:nvSpPr>
        <p:spPr>
          <a:xfrm>
            <a:off x="1055674" y="3779275"/>
            <a:ext cx="8210400" cy="25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Manrope"/>
              <a:buNone/>
              <a:defRPr sz="8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72" name="Google Shape;472;p70"/>
          <p:cNvSpPr/>
          <p:nvPr/>
        </p:nvSpPr>
        <p:spPr>
          <a:xfrm>
            <a:off x="832013" y="817531"/>
            <a:ext cx="1578544" cy="334371"/>
          </a:xfrm>
          <a:custGeom>
            <a:avLst/>
            <a:gdLst/>
            <a:ahLst/>
            <a:cxnLst/>
            <a:rect l="l" t="t" r="r" b="b"/>
            <a:pathLst>
              <a:path w="2364860" h="500931" extrusionOk="0">
                <a:moveTo>
                  <a:pt x="0" y="0"/>
                </a:moveTo>
                <a:lnTo>
                  <a:pt x="2364860" y="0"/>
                </a:lnTo>
                <a:lnTo>
                  <a:pt x="2364860" y="500931"/>
                </a:lnTo>
                <a:lnTo>
                  <a:pt x="0" y="500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73" name="Google Shape;473;p70"/>
          <p:cNvSpPr txBox="1">
            <a:spLocks noGrp="1"/>
          </p:cNvSpPr>
          <p:nvPr>
            <p:ph type="body" idx="1"/>
          </p:nvPr>
        </p:nvSpPr>
        <p:spPr>
          <a:xfrm>
            <a:off x="1055688" y="3348613"/>
            <a:ext cx="48513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300"/>
              <a:buNone/>
              <a:defRPr sz="230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49522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1) Forside - Josephine 1" preserve="1">
  <p:cSld name="(1) Forside - Josephine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1"/>
          <p:cNvSpPr txBox="1">
            <a:spLocks noGrp="1"/>
          </p:cNvSpPr>
          <p:nvPr>
            <p:ph type="body" idx="1"/>
          </p:nvPr>
        </p:nvSpPr>
        <p:spPr>
          <a:xfrm>
            <a:off x="-3" y="3105835"/>
            <a:ext cx="121920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>
            <a:lvl1pPr marL="457200" lvl="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76" name="Google Shape;476;p71"/>
          <p:cNvSpPr txBox="1">
            <a:spLocks noGrp="1"/>
          </p:cNvSpPr>
          <p:nvPr>
            <p:ph type="body" idx="2"/>
          </p:nvPr>
        </p:nvSpPr>
        <p:spPr>
          <a:xfrm>
            <a:off x="9079090" y="6435366"/>
            <a:ext cx="29592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77" name="Google Shape;477;p71"/>
          <p:cNvSpPr txBox="1">
            <a:spLocks noGrp="1"/>
          </p:cNvSpPr>
          <p:nvPr>
            <p:ph type="body" idx="3"/>
          </p:nvPr>
        </p:nvSpPr>
        <p:spPr>
          <a:xfrm>
            <a:off x="-4" y="3862965"/>
            <a:ext cx="1219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100" rIns="39600" bIns="38100" anchor="t" anchorCtr="0">
            <a:sp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6A7AC"/>
              </a:buClr>
              <a:buSzPts val="19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7AC"/>
              </a:buClr>
              <a:buSzPts val="19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7AC"/>
              </a:buClr>
              <a:buSzPts val="19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7AC"/>
              </a:buClr>
              <a:buSzPts val="19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265063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1) Forside - Josephine 2" preserve="1">
  <p:cSld name="(1) Forside - Josephine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9" name="Google Shape;479;p72"/>
          <p:cNvCxnSpPr/>
          <p:nvPr/>
        </p:nvCxnSpPr>
        <p:spPr>
          <a:xfrm>
            <a:off x="6106883" y="5099325"/>
            <a:ext cx="0" cy="551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480" name="Google Shape;480;p72"/>
          <p:cNvSpPr txBox="1">
            <a:spLocks noGrp="1"/>
          </p:cNvSpPr>
          <p:nvPr>
            <p:ph type="body" idx="1"/>
          </p:nvPr>
        </p:nvSpPr>
        <p:spPr>
          <a:xfrm>
            <a:off x="-3" y="3105835"/>
            <a:ext cx="121920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>
            <a:lvl1pPr marL="457200" lvl="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81" name="Google Shape;481;p72" descr="Et billede, der indeholder Font/skrifttype, Grafik, logo, grafisk design&#10;&#10;Automatisk genereret beskrivel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97416" y="5177521"/>
            <a:ext cx="1943132" cy="406533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72"/>
          <p:cNvSpPr txBox="1">
            <a:spLocks noGrp="1"/>
          </p:cNvSpPr>
          <p:nvPr>
            <p:ph type="body" idx="2"/>
          </p:nvPr>
        </p:nvSpPr>
        <p:spPr>
          <a:xfrm>
            <a:off x="9079090" y="6435366"/>
            <a:ext cx="29592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689595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2) Agenda 1" preserve="1">
  <p:cSld name="(2) Agenda 1">
    <p:bg>
      <p:bgPr>
        <a:solidFill>
          <a:schemeClr val="dk2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08161" y="-1"/>
            <a:ext cx="5883839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73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486" name="Google Shape;486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73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88" name="Google Shape;488;p73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40653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SzPts val="15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89" name="Google Shape;489;p73"/>
          <p:cNvSpPr/>
          <p:nvPr/>
        </p:nvSpPr>
        <p:spPr>
          <a:xfrm rot="-5400000">
            <a:off x="4820659" y="1474775"/>
            <a:ext cx="6860700" cy="39117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339551627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2) Agenda 2" preserve="1">
  <p:cSld name="(2) Agenda 2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08161" y="-1"/>
            <a:ext cx="5883839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74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493" name="Google Shape;493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74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95" name="Google Shape;495;p74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40653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SzPts val="15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96" name="Google Shape;496;p74"/>
          <p:cNvSpPr/>
          <p:nvPr/>
        </p:nvSpPr>
        <p:spPr>
          <a:xfrm rot="-339662">
            <a:off x="5933514" y="-117922"/>
            <a:ext cx="793771" cy="71154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7149401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2) Agenda 3" preserve="1">
  <p:cSld name="(2) Agenda 3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49797" y="4329"/>
            <a:ext cx="5883839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75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500" name="Google Shape;500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75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2" name="Google Shape;502;p75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46929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55492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3) Divider - Blå" preserve="1">
  <p:cSld name="(3) Divider - Blå">
    <p:bg>
      <p:bgPr>
        <a:solidFill>
          <a:schemeClr val="dk2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76"/>
          <p:cNvGrpSpPr/>
          <p:nvPr/>
        </p:nvGrpSpPr>
        <p:grpSpPr>
          <a:xfrm>
            <a:off x="-3590981" y="-1891818"/>
            <a:ext cx="23315397" cy="11501538"/>
            <a:chOff x="-3599631" y="-1917768"/>
            <a:chExt cx="23315397" cy="11501538"/>
          </a:xfrm>
        </p:grpSpPr>
        <p:pic>
          <p:nvPicPr>
            <p:cNvPr id="505" name="Google Shape;505;p76"/>
            <p:cNvPicPr preferRelativeResize="0"/>
            <p:nvPr/>
          </p:nvPicPr>
          <p:blipFill rotWithShape="1">
            <a:blip r:embed="rId2">
              <a:alphaModFix amt="3000"/>
            </a:blip>
            <a:srcRect/>
            <a:stretch/>
          </p:blipFill>
          <p:spPr>
            <a:xfrm>
              <a:off x="-3599631" y="-1917768"/>
              <a:ext cx="14764151" cy="80091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p76"/>
            <p:cNvPicPr preferRelativeResize="0"/>
            <p:nvPr/>
          </p:nvPicPr>
          <p:blipFill rotWithShape="1">
            <a:blip r:embed="rId2">
              <a:alphaModFix amt="2000"/>
            </a:blip>
            <a:srcRect/>
            <a:stretch/>
          </p:blipFill>
          <p:spPr>
            <a:xfrm>
              <a:off x="389303" y="-900283"/>
              <a:ext cx="19326463" cy="104840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7" name="Google Shape;507;p76"/>
          <p:cNvSpPr txBox="1">
            <a:spLocks noGrp="1"/>
          </p:cNvSpPr>
          <p:nvPr>
            <p:ph type="title"/>
          </p:nvPr>
        </p:nvSpPr>
        <p:spPr>
          <a:xfrm>
            <a:off x="0" y="3161235"/>
            <a:ext cx="12192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 ExtraBold"/>
              <a:buNone/>
              <a:defRPr sz="3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08" name="Google Shape;508;p76"/>
          <p:cNvSpPr txBox="1">
            <a:spLocks noGrp="1"/>
          </p:cNvSpPr>
          <p:nvPr>
            <p:ph type="body" idx="1"/>
          </p:nvPr>
        </p:nvSpPr>
        <p:spPr>
          <a:xfrm>
            <a:off x="0" y="2929005"/>
            <a:ext cx="121920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969069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3) Divider - Lyseblå" preserve="1">
  <p:cSld name="(3) Divider - Lyseblå">
    <p:bg>
      <p:bgPr>
        <a:solidFill>
          <a:schemeClr val="accent2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77"/>
          <p:cNvGrpSpPr/>
          <p:nvPr/>
        </p:nvGrpSpPr>
        <p:grpSpPr>
          <a:xfrm>
            <a:off x="-3590981" y="-1891818"/>
            <a:ext cx="23315397" cy="11501538"/>
            <a:chOff x="-3599631" y="-1917768"/>
            <a:chExt cx="23315397" cy="11501538"/>
          </a:xfrm>
        </p:grpSpPr>
        <p:pic>
          <p:nvPicPr>
            <p:cNvPr id="511" name="Google Shape;511;p77"/>
            <p:cNvPicPr preferRelativeResize="0"/>
            <p:nvPr/>
          </p:nvPicPr>
          <p:blipFill rotWithShape="1">
            <a:blip r:embed="rId2">
              <a:alphaModFix amt="3000"/>
            </a:blip>
            <a:srcRect/>
            <a:stretch/>
          </p:blipFill>
          <p:spPr>
            <a:xfrm>
              <a:off x="-3599631" y="-1917768"/>
              <a:ext cx="14764151" cy="80091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2" name="Google Shape;512;p77"/>
            <p:cNvPicPr preferRelativeResize="0"/>
            <p:nvPr/>
          </p:nvPicPr>
          <p:blipFill rotWithShape="1">
            <a:blip r:embed="rId2">
              <a:alphaModFix amt="2000"/>
            </a:blip>
            <a:srcRect/>
            <a:stretch/>
          </p:blipFill>
          <p:spPr>
            <a:xfrm>
              <a:off x="389303" y="-900283"/>
              <a:ext cx="19326463" cy="104840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3" name="Google Shape;513;p77"/>
          <p:cNvSpPr txBox="1">
            <a:spLocks noGrp="1"/>
          </p:cNvSpPr>
          <p:nvPr>
            <p:ph type="title"/>
          </p:nvPr>
        </p:nvSpPr>
        <p:spPr>
          <a:xfrm>
            <a:off x="0" y="3161235"/>
            <a:ext cx="12192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 ExtraBold"/>
              <a:buNone/>
              <a:defRPr sz="3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14" name="Google Shape;514;p77"/>
          <p:cNvSpPr txBox="1">
            <a:spLocks noGrp="1"/>
          </p:cNvSpPr>
          <p:nvPr>
            <p:ph type="body" idx="1"/>
          </p:nvPr>
        </p:nvSpPr>
        <p:spPr>
          <a:xfrm>
            <a:off x="0" y="2929005"/>
            <a:ext cx="121920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463184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Brødtekst - Med pil" preserve="1">
  <p:cSld name="Blå - Brødtekst - Med pil">
    <p:bg>
      <p:bgPr>
        <a:solidFill>
          <a:schemeClr val="dk2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8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17" name="Google Shape;517;p78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100731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18" name="Google Shape;518;p78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19" name="Google Shape;519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066931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Brødtekst - Uden pil" preserve="1">
  <p:cSld name="Blå - Brødtekst - Uden pil">
    <p:bg>
      <p:bgPr>
        <a:solidFill>
          <a:schemeClr val="dk2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9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22" name="Google Shape;522;p79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100731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23" name="Google Shape;523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6318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Kun centreret headline" preserve="1">
  <p:cSld name="Blå - Kun centreret headline">
    <p:bg>
      <p:bgPr>
        <a:solidFill>
          <a:schemeClr val="dk2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80"/>
          <p:cNvSpPr txBox="1">
            <a:spLocks noGrp="1"/>
          </p:cNvSpPr>
          <p:nvPr>
            <p:ph type="title"/>
          </p:nvPr>
        </p:nvSpPr>
        <p:spPr>
          <a:xfrm>
            <a:off x="3575054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25395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Brødtekst og centreret overskrift" preserve="1">
  <p:cSld name="Blå - Brødtekst og centreret overskrift">
    <p:bg>
      <p:bgPr>
        <a:solidFill>
          <a:schemeClr val="dk2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1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3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529" name="Google Shape;529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81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100731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82998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3 kolonner" preserve="1">
  <p:cSld name="Blå - 3 kolonner">
    <p:bg>
      <p:bgPr>
        <a:solidFill>
          <a:schemeClr val="dk2"/>
        </a:solidFill>
        <a:effectLst/>
      </p:bgPr>
    </p:bg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2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3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533" name="Google Shape;533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82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31197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5" name="Google Shape;535;p82"/>
          <p:cNvSpPr txBox="1">
            <a:spLocks noGrp="1"/>
          </p:cNvSpPr>
          <p:nvPr>
            <p:ph type="body" idx="2"/>
          </p:nvPr>
        </p:nvSpPr>
        <p:spPr>
          <a:xfrm>
            <a:off x="4539914" y="1873975"/>
            <a:ext cx="31197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6" name="Google Shape;536;p82"/>
          <p:cNvSpPr txBox="1">
            <a:spLocks noGrp="1"/>
          </p:cNvSpPr>
          <p:nvPr>
            <p:ph type="body" idx="3"/>
          </p:nvPr>
        </p:nvSpPr>
        <p:spPr>
          <a:xfrm>
            <a:off x="8016603" y="1873975"/>
            <a:ext cx="31197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689583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4 kolonner" preserve="1">
  <p:cSld name="Blå - 4 kolonner">
    <p:bg>
      <p:bgPr>
        <a:solidFill>
          <a:schemeClr val="dk2"/>
        </a:solid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83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3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539" name="Google Shape;539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83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2319300" cy="42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1" name="Google Shape;541;p83"/>
          <p:cNvSpPr txBox="1">
            <a:spLocks noGrp="1"/>
          </p:cNvSpPr>
          <p:nvPr>
            <p:ph type="body" idx="2"/>
          </p:nvPr>
        </p:nvSpPr>
        <p:spPr>
          <a:xfrm>
            <a:off x="3647854" y="1873975"/>
            <a:ext cx="2319300" cy="42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2" name="Google Shape;542;p83"/>
          <p:cNvSpPr txBox="1">
            <a:spLocks noGrp="1"/>
          </p:cNvSpPr>
          <p:nvPr>
            <p:ph type="body" idx="3"/>
          </p:nvPr>
        </p:nvSpPr>
        <p:spPr>
          <a:xfrm>
            <a:off x="6232482" y="1873975"/>
            <a:ext cx="2319300" cy="42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3" name="Google Shape;543;p83"/>
          <p:cNvSpPr txBox="1">
            <a:spLocks noGrp="1"/>
          </p:cNvSpPr>
          <p:nvPr>
            <p:ph type="body" idx="4"/>
          </p:nvPr>
        </p:nvSpPr>
        <p:spPr>
          <a:xfrm>
            <a:off x="8817098" y="1904049"/>
            <a:ext cx="2319300" cy="42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396894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Med pil -  ½ Billede" preserve="1">
  <p:cSld name="Blå - Med pil -  ½ Billede">
    <p:bg>
      <p:bgPr>
        <a:solidFill>
          <a:schemeClr val="dk2"/>
        </a:solidFill>
        <a:effectLst/>
      </p:bgPr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84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46" name="Google Shape;546;p84"/>
          <p:cNvSpPr>
            <a:spLocks noGrp="1"/>
          </p:cNvSpPr>
          <p:nvPr>
            <p:ph type="pic" idx="2"/>
          </p:nvPr>
        </p:nvSpPr>
        <p:spPr>
          <a:xfrm>
            <a:off x="6105525" y="0"/>
            <a:ext cx="60864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47" name="Google Shape;547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84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9" name="Google Shape;549;p84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39717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674523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Uden pil -  ½ Billede" preserve="1">
  <p:cSld name="Blå - Uden pil -  ½ Billede">
    <p:bg>
      <p:bgPr>
        <a:solidFill>
          <a:schemeClr val="dk2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5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52" name="Google Shape;552;p85"/>
          <p:cNvSpPr>
            <a:spLocks noGrp="1"/>
          </p:cNvSpPr>
          <p:nvPr>
            <p:ph type="pic" idx="2"/>
          </p:nvPr>
        </p:nvSpPr>
        <p:spPr>
          <a:xfrm>
            <a:off x="6105525" y="0"/>
            <a:ext cx="60864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53" name="Google Shape;55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85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39717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903384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Halvt billede til venstre" preserve="1">
  <p:cSld name="Blå - Halvt billede til venstre">
    <p:bg>
      <p:bgPr>
        <a:solidFill>
          <a:schemeClr val="dk2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86"/>
          <p:cNvSpPr>
            <a:spLocks noGrp="1"/>
          </p:cNvSpPr>
          <p:nvPr>
            <p:ph type="pic" idx="2"/>
          </p:nvPr>
        </p:nvSpPr>
        <p:spPr>
          <a:xfrm>
            <a:off x="9525" y="0"/>
            <a:ext cx="6086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86"/>
          <p:cNvSpPr txBox="1">
            <a:spLocks noGrp="1"/>
          </p:cNvSpPr>
          <p:nvPr>
            <p:ph type="title"/>
          </p:nvPr>
        </p:nvSpPr>
        <p:spPr>
          <a:xfrm>
            <a:off x="6549629" y="829249"/>
            <a:ext cx="4586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558" name="Google Shape;558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86"/>
          <p:cNvSpPr txBox="1">
            <a:spLocks noGrp="1"/>
          </p:cNvSpPr>
          <p:nvPr>
            <p:ph type="body" idx="1"/>
          </p:nvPr>
        </p:nvSpPr>
        <p:spPr>
          <a:xfrm>
            <a:off x="6549625" y="1873975"/>
            <a:ext cx="47535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114011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Med pil -  1/3 Billede" preserve="1">
  <p:cSld name="Blå - Med pil -  1/3 Billede">
    <p:bg>
      <p:bgPr>
        <a:solidFill>
          <a:schemeClr val="dk2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87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62" name="Google Shape;562;p87"/>
          <p:cNvSpPr>
            <a:spLocks noGrp="1"/>
          </p:cNvSpPr>
          <p:nvPr>
            <p:ph type="pic" idx="2"/>
          </p:nvPr>
        </p:nvSpPr>
        <p:spPr>
          <a:xfrm>
            <a:off x="8026399" y="0"/>
            <a:ext cx="41655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63" name="Google Shape;563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87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5" name="Google Shape;565;p87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58545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Font typeface="Manrope"/>
              <a:buChar char="•"/>
              <a:defRPr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754061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Uden pil -  1/3 Billede 1" preserve="1">
  <p:cSld name="Blå - Uden pil -  1/3 Billede 1">
    <p:bg>
      <p:bgPr>
        <a:solidFill>
          <a:schemeClr val="dk2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8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68" name="Google Shape;568;p88"/>
          <p:cNvSpPr>
            <a:spLocks noGrp="1"/>
          </p:cNvSpPr>
          <p:nvPr>
            <p:ph type="pic" idx="2"/>
          </p:nvPr>
        </p:nvSpPr>
        <p:spPr>
          <a:xfrm>
            <a:off x="8026399" y="0"/>
            <a:ext cx="41655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69" name="Google Shape;569;p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88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58545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Font typeface="Manrope"/>
              <a:buChar char="•"/>
              <a:defRPr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02690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x - 4 steps" preserve="1">
  <p:cSld name="x - 4 steps">
    <p:bg>
      <p:bgPr>
        <a:solidFill>
          <a:schemeClr val="dk2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89"/>
          <p:cNvSpPr/>
          <p:nvPr/>
        </p:nvSpPr>
        <p:spPr>
          <a:xfrm>
            <a:off x="8625516" y="1951346"/>
            <a:ext cx="2518500" cy="456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92100" marR="0" lvl="0" indent="-17780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</a:pPr>
            <a:endParaRPr sz="19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3" name="Google Shape;573;p89"/>
          <p:cNvSpPr txBox="1">
            <a:spLocks noGrp="1"/>
          </p:cNvSpPr>
          <p:nvPr>
            <p:ph type="body" idx="1"/>
          </p:nvPr>
        </p:nvSpPr>
        <p:spPr>
          <a:xfrm>
            <a:off x="1304338" y="2417690"/>
            <a:ext cx="20223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74" name="Google Shape;574;p89"/>
          <p:cNvSpPr txBox="1">
            <a:spLocks noGrp="1"/>
          </p:cNvSpPr>
          <p:nvPr>
            <p:ph type="body" idx="2"/>
          </p:nvPr>
        </p:nvSpPr>
        <p:spPr>
          <a:xfrm>
            <a:off x="3826008" y="2417690"/>
            <a:ext cx="20223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75" name="Google Shape;575;p89"/>
          <p:cNvSpPr txBox="1">
            <a:spLocks noGrp="1"/>
          </p:cNvSpPr>
          <p:nvPr>
            <p:ph type="body" idx="3"/>
          </p:nvPr>
        </p:nvSpPr>
        <p:spPr>
          <a:xfrm>
            <a:off x="6345520" y="2417690"/>
            <a:ext cx="20223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76" name="Google Shape;576;p89"/>
          <p:cNvSpPr txBox="1">
            <a:spLocks noGrp="1"/>
          </p:cNvSpPr>
          <p:nvPr>
            <p:ph type="body" idx="4"/>
          </p:nvPr>
        </p:nvSpPr>
        <p:spPr>
          <a:xfrm>
            <a:off x="8869348" y="2417690"/>
            <a:ext cx="20223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77" name="Google Shape;577;p89"/>
          <p:cNvSpPr/>
          <p:nvPr/>
        </p:nvSpPr>
        <p:spPr>
          <a:xfrm>
            <a:off x="904976" y="5702627"/>
            <a:ext cx="10200900" cy="688500"/>
          </a:xfrm>
          <a:prstGeom prst="rect">
            <a:avLst/>
          </a:prstGeom>
          <a:solidFill>
            <a:srgbClr val="FFFFFF">
              <a:alpha val="471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8" name="Google Shape;578;p89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79" name="Google Shape;579;p89"/>
          <p:cNvSpPr txBox="1">
            <a:spLocks noGrp="1"/>
          </p:cNvSpPr>
          <p:nvPr>
            <p:ph type="body" idx="5"/>
          </p:nvPr>
        </p:nvSpPr>
        <p:spPr>
          <a:xfrm>
            <a:off x="3826008" y="3103046"/>
            <a:ext cx="2022300" cy="23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580" name="Google Shape;580;p89"/>
          <p:cNvGrpSpPr/>
          <p:nvPr/>
        </p:nvGrpSpPr>
        <p:grpSpPr>
          <a:xfrm>
            <a:off x="1615641" y="5975421"/>
            <a:ext cx="9211075" cy="321325"/>
            <a:chOff x="1568016" y="5636639"/>
            <a:chExt cx="9211075" cy="321325"/>
          </a:xfrm>
        </p:grpSpPr>
        <p:cxnSp>
          <p:nvCxnSpPr>
            <p:cNvPr id="581" name="Google Shape;581;p89"/>
            <p:cNvCxnSpPr/>
            <p:nvPr/>
          </p:nvCxnSpPr>
          <p:spPr>
            <a:xfrm>
              <a:off x="1568016" y="5713871"/>
              <a:ext cx="1278900" cy="0"/>
            </a:xfrm>
            <a:prstGeom prst="straightConnector1">
              <a:avLst/>
            </a:prstGeom>
            <a:noFill/>
            <a:ln w="762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82" name="Google Shape;582;p89"/>
            <p:cNvSpPr/>
            <p:nvPr/>
          </p:nvSpPr>
          <p:spPr>
            <a:xfrm>
              <a:off x="1819373" y="5636639"/>
              <a:ext cx="132000" cy="13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83" name="Google Shape;583;p89"/>
            <p:cNvSpPr txBox="1"/>
            <p:nvPr/>
          </p:nvSpPr>
          <p:spPr>
            <a:xfrm>
              <a:off x="1664255" y="5755236"/>
              <a:ext cx="4422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700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25%</a:t>
              </a:r>
              <a:endParaRPr sz="1500"/>
            </a:p>
          </p:txBody>
        </p:sp>
        <p:cxnSp>
          <p:nvCxnSpPr>
            <p:cNvPr id="584" name="Google Shape;584;p89"/>
            <p:cNvCxnSpPr/>
            <p:nvPr/>
          </p:nvCxnSpPr>
          <p:spPr>
            <a:xfrm>
              <a:off x="4130177" y="5712855"/>
              <a:ext cx="1278900" cy="0"/>
            </a:xfrm>
            <a:prstGeom prst="straightConnector1">
              <a:avLst/>
            </a:prstGeom>
            <a:noFill/>
            <a:ln w="762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85" name="Google Shape;585;p89"/>
            <p:cNvSpPr/>
            <p:nvPr/>
          </p:nvSpPr>
          <p:spPr>
            <a:xfrm>
              <a:off x="4703628" y="5646867"/>
              <a:ext cx="132000" cy="13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86" name="Google Shape;586;p89"/>
            <p:cNvSpPr txBox="1"/>
            <p:nvPr/>
          </p:nvSpPr>
          <p:spPr>
            <a:xfrm>
              <a:off x="4555198" y="5754220"/>
              <a:ext cx="4422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700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50%</a:t>
              </a:r>
              <a:endParaRPr sz="1500"/>
            </a:p>
          </p:txBody>
        </p:sp>
        <p:cxnSp>
          <p:nvCxnSpPr>
            <p:cNvPr id="587" name="Google Shape;587;p89"/>
            <p:cNvCxnSpPr/>
            <p:nvPr/>
          </p:nvCxnSpPr>
          <p:spPr>
            <a:xfrm>
              <a:off x="6692336" y="5713145"/>
              <a:ext cx="1278900" cy="0"/>
            </a:xfrm>
            <a:prstGeom prst="straightConnector1">
              <a:avLst/>
            </a:prstGeom>
            <a:noFill/>
            <a:ln w="762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88" name="Google Shape;588;p89"/>
            <p:cNvSpPr/>
            <p:nvPr/>
          </p:nvSpPr>
          <p:spPr>
            <a:xfrm>
              <a:off x="7554965" y="5647157"/>
              <a:ext cx="132000" cy="13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89" name="Google Shape;589;p89"/>
            <p:cNvSpPr txBox="1"/>
            <p:nvPr/>
          </p:nvSpPr>
          <p:spPr>
            <a:xfrm>
              <a:off x="7399847" y="5754510"/>
              <a:ext cx="4422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700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75%</a:t>
              </a:r>
              <a:endParaRPr sz="1500"/>
            </a:p>
          </p:txBody>
        </p:sp>
        <p:cxnSp>
          <p:nvCxnSpPr>
            <p:cNvPr id="590" name="Google Shape;590;p89"/>
            <p:cNvCxnSpPr/>
            <p:nvPr/>
          </p:nvCxnSpPr>
          <p:spPr>
            <a:xfrm>
              <a:off x="9249894" y="5716499"/>
              <a:ext cx="1278900" cy="0"/>
            </a:xfrm>
            <a:prstGeom prst="straightConnector1">
              <a:avLst/>
            </a:prstGeom>
            <a:noFill/>
            <a:ln w="762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91" name="Google Shape;591;p89"/>
            <p:cNvSpPr/>
            <p:nvPr/>
          </p:nvSpPr>
          <p:spPr>
            <a:xfrm>
              <a:off x="10492009" y="5650511"/>
              <a:ext cx="132000" cy="13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92" name="Google Shape;592;p89"/>
            <p:cNvSpPr txBox="1"/>
            <p:nvPr/>
          </p:nvSpPr>
          <p:spPr>
            <a:xfrm>
              <a:off x="10336891" y="5757864"/>
              <a:ext cx="4422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700">
                  <a:solidFill>
                    <a:schemeClr val="dk2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100%</a:t>
              </a:r>
              <a:endParaRPr sz="1500"/>
            </a:p>
          </p:txBody>
        </p:sp>
      </p:grpSp>
      <p:cxnSp>
        <p:nvCxnSpPr>
          <p:cNvPr id="593" name="Google Shape;593;p89"/>
          <p:cNvCxnSpPr/>
          <p:nvPr/>
        </p:nvCxnSpPr>
        <p:spPr>
          <a:xfrm>
            <a:off x="3543235" y="1973373"/>
            <a:ext cx="0" cy="4535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94" name="Google Shape;594;p89"/>
          <p:cNvCxnSpPr/>
          <p:nvPr/>
        </p:nvCxnSpPr>
        <p:spPr>
          <a:xfrm>
            <a:off x="6061822" y="1973373"/>
            <a:ext cx="0" cy="4535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95" name="Google Shape;595;p89"/>
          <p:cNvCxnSpPr/>
          <p:nvPr/>
        </p:nvCxnSpPr>
        <p:spPr>
          <a:xfrm>
            <a:off x="8625516" y="1979784"/>
            <a:ext cx="0" cy="453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96" name="Google Shape;596;p89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97" name="Google Shape;597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89"/>
          <p:cNvSpPr txBox="1">
            <a:spLocks noGrp="1"/>
          </p:cNvSpPr>
          <p:nvPr>
            <p:ph type="body" idx="6"/>
          </p:nvPr>
        </p:nvSpPr>
        <p:spPr>
          <a:xfrm>
            <a:off x="1238158" y="3099142"/>
            <a:ext cx="2022300" cy="23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9" name="Google Shape;599;p89"/>
          <p:cNvSpPr txBox="1">
            <a:spLocks noGrp="1"/>
          </p:cNvSpPr>
          <p:nvPr>
            <p:ph type="body" idx="7"/>
          </p:nvPr>
        </p:nvSpPr>
        <p:spPr>
          <a:xfrm>
            <a:off x="8863208" y="3094928"/>
            <a:ext cx="2022300" cy="23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00" name="Google Shape;600;p89"/>
          <p:cNvSpPr txBox="1">
            <a:spLocks noGrp="1"/>
          </p:cNvSpPr>
          <p:nvPr>
            <p:ph type="body" idx="8"/>
          </p:nvPr>
        </p:nvSpPr>
        <p:spPr>
          <a:xfrm>
            <a:off x="6275358" y="3091024"/>
            <a:ext cx="2022300" cy="23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None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172384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Skyscraper - Med pil" preserve="1">
  <p:cSld name="Creme - Skyscraper - Med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90"/>
          <p:cNvSpPr/>
          <p:nvPr/>
        </p:nvSpPr>
        <p:spPr>
          <a:xfrm>
            <a:off x="3846442" y="0"/>
            <a:ext cx="8345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3" name="Google Shape;603;p90"/>
          <p:cNvSpPr>
            <a:spLocks noGrp="1"/>
          </p:cNvSpPr>
          <p:nvPr>
            <p:ph type="pic" idx="2"/>
          </p:nvPr>
        </p:nvSpPr>
        <p:spPr>
          <a:xfrm>
            <a:off x="6998713" y="1443387"/>
            <a:ext cx="2365500" cy="49047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90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05" name="Google Shape;605;p90"/>
          <p:cNvSpPr>
            <a:spLocks noGrp="1"/>
          </p:cNvSpPr>
          <p:nvPr>
            <p:ph type="pic" idx="3"/>
          </p:nvPr>
        </p:nvSpPr>
        <p:spPr>
          <a:xfrm>
            <a:off x="4734624" y="2084923"/>
            <a:ext cx="1931100" cy="37575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90"/>
          <p:cNvSpPr>
            <a:spLocks noGrp="1"/>
          </p:cNvSpPr>
          <p:nvPr>
            <p:ph type="pic" idx="4"/>
          </p:nvPr>
        </p:nvSpPr>
        <p:spPr>
          <a:xfrm>
            <a:off x="9697125" y="2084923"/>
            <a:ext cx="1931100" cy="37575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90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08" name="Google Shape;608;p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90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8153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529985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Skyscraper - Uden pil" preserve="1">
  <p:cSld name="Creme - Skyscraper - Uden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91"/>
          <p:cNvSpPr/>
          <p:nvPr/>
        </p:nvSpPr>
        <p:spPr>
          <a:xfrm>
            <a:off x="3846442" y="0"/>
            <a:ext cx="8345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2" name="Google Shape;612;p91"/>
          <p:cNvSpPr>
            <a:spLocks noGrp="1"/>
          </p:cNvSpPr>
          <p:nvPr>
            <p:ph type="pic" idx="2"/>
          </p:nvPr>
        </p:nvSpPr>
        <p:spPr>
          <a:xfrm>
            <a:off x="6998713" y="1443387"/>
            <a:ext cx="2365500" cy="49047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91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14" name="Google Shape;614;p91"/>
          <p:cNvSpPr>
            <a:spLocks noGrp="1"/>
          </p:cNvSpPr>
          <p:nvPr>
            <p:ph type="pic" idx="3"/>
          </p:nvPr>
        </p:nvSpPr>
        <p:spPr>
          <a:xfrm>
            <a:off x="4734624" y="2084923"/>
            <a:ext cx="1931100" cy="3757500"/>
          </a:xfrm>
          <a:prstGeom prst="rect">
            <a:avLst/>
          </a:prstGeom>
          <a:noFill/>
          <a:ln>
            <a:noFill/>
          </a:ln>
        </p:spPr>
      </p:sp>
      <p:sp>
        <p:nvSpPr>
          <p:cNvPr id="615" name="Google Shape;615;p91"/>
          <p:cNvSpPr>
            <a:spLocks noGrp="1"/>
          </p:cNvSpPr>
          <p:nvPr>
            <p:ph type="pic" idx="4"/>
          </p:nvPr>
        </p:nvSpPr>
        <p:spPr>
          <a:xfrm>
            <a:off x="9697125" y="2084923"/>
            <a:ext cx="1931100" cy="3757500"/>
          </a:xfrm>
          <a:prstGeom prst="rect">
            <a:avLst/>
          </a:prstGeom>
          <a:noFill/>
          <a:ln>
            <a:noFill/>
          </a:ln>
        </p:spPr>
      </p:sp>
      <p:pic>
        <p:nvPicPr>
          <p:cNvPr id="616" name="Google Shape;616;p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91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8453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996678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Skyscraper - Med pil" preserve="1">
  <p:cSld name="Blå - Skyscraper - Med pil">
    <p:bg>
      <p:bgPr>
        <a:solidFill>
          <a:schemeClr val="dk2"/>
        </a:solidFill>
        <a:effectLst/>
      </p:bgPr>
    </p:bg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92"/>
          <p:cNvSpPr/>
          <p:nvPr/>
        </p:nvSpPr>
        <p:spPr>
          <a:xfrm>
            <a:off x="3846442" y="0"/>
            <a:ext cx="8345700" cy="68580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0" name="Google Shape;620;p92"/>
          <p:cNvSpPr>
            <a:spLocks noGrp="1"/>
          </p:cNvSpPr>
          <p:nvPr>
            <p:ph type="pic" idx="2"/>
          </p:nvPr>
        </p:nvSpPr>
        <p:spPr>
          <a:xfrm>
            <a:off x="6998713" y="1443387"/>
            <a:ext cx="2365500" cy="4904700"/>
          </a:xfrm>
          <a:prstGeom prst="rect">
            <a:avLst/>
          </a:prstGeom>
          <a:noFill/>
          <a:ln>
            <a:noFill/>
          </a:ln>
        </p:spPr>
      </p:sp>
      <p:sp>
        <p:nvSpPr>
          <p:cNvPr id="621" name="Google Shape;621;p92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22" name="Google Shape;622;p92"/>
          <p:cNvSpPr>
            <a:spLocks noGrp="1"/>
          </p:cNvSpPr>
          <p:nvPr>
            <p:ph type="pic" idx="3"/>
          </p:nvPr>
        </p:nvSpPr>
        <p:spPr>
          <a:xfrm>
            <a:off x="4734624" y="2084923"/>
            <a:ext cx="1931100" cy="3757500"/>
          </a:xfrm>
          <a:prstGeom prst="rect">
            <a:avLst/>
          </a:prstGeom>
          <a:noFill/>
          <a:ln>
            <a:noFill/>
          </a:ln>
        </p:spPr>
      </p:sp>
      <p:sp>
        <p:nvSpPr>
          <p:cNvPr id="623" name="Google Shape;623;p92"/>
          <p:cNvSpPr>
            <a:spLocks noGrp="1"/>
          </p:cNvSpPr>
          <p:nvPr>
            <p:ph type="pic" idx="4"/>
          </p:nvPr>
        </p:nvSpPr>
        <p:spPr>
          <a:xfrm>
            <a:off x="9697125" y="2084923"/>
            <a:ext cx="1931100" cy="3757500"/>
          </a:xfrm>
          <a:prstGeom prst="rect">
            <a:avLst/>
          </a:prstGeom>
          <a:noFill/>
          <a:ln>
            <a:noFill/>
          </a:ln>
        </p:spPr>
      </p:sp>
      <p:sp>
        <p:nvSpPr>
          <p:cNvPr id="624" name="Google Shape;624;p92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25" name="Google Shape;625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92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18207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Font typeface="Manrope"/>
              <a:buChar char="•"/>
              <a:defRPr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103772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å - Skyscraper uden pil" preserve="1">
  <p:cSld name="Blå - Skyscraper uden pil">
    <p:bg>
      <p:bgPr>
        <a:solidFill>
          <a:schemeClr val="dk2"/>
        </a:solidFill>
        <a:effectLst/>
      </p:bgPr>
    </p:bg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93"/>
          <p:cNvSpPr/>
          <p:nvPr/>
        </p:nvSpPr>
        <p:spPr>
          <a:xfrm>
            <a:off x="3846442" y="0"/>
            <a:ext cx="8345700" cy="6858000"/>
          </a:xfrm>
          <a:prstGeom prst="rect">
            <a:avLst/>
          </a:prstGeom>
          <a:solidFill>
            <a:srgbClr val="F5F4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9" name="Google Shape;629;p93"/>
          <p:cNvSpPr>
            <a:spLocks noGrp="1"/>
          </p:cNvSpPr>
          <p:nvPr>
            <p:ph type="pic" idx="2"/>
          </p:nvPr>
        </p:nvSpPr>
        <p:spPr>
          <a:xfrm>
            <a:off x="6998713" y="1443387"/>
            <a:ext cx="2365500" cy="49047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93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31" name="Google Shape;631;p93"/>
          <p:cNvSpPr>
            <a:spLocks noGrp="1"/>
          </p:cNvSpPr>
          <p:nvPr>
            <p:ph type="pic" idx="3"/>
          </p:nvPr>
        </p:nvSpPr>
        <p:spPr>
          <a:xfrm>
            <a:off x="4734624" y="2084923"/>
            <a:ext cx="1931100" cy="3757500"/>
          </a:xfrm>
          <a:prstGeom prst="rect">
            <a:avLst/>
          </a:prstGeom>
          <a:noFill/>
          <a:ln>
            <a:noFill/>
          </a:ln>
        </p:spPr>
      </p:sp>
      <p:sp>
        <p:nvSpPr>
          <p:cNvPr id="632" name="Google Shape;632;p93"/>
          <p:cNvSpPr>
            <a:spLocks noGrp="1"/>
          </p:cNvSpPr>
          <p:nvPr>
            <p:ph type="pic" idx="4"/>
          </p:nvPr>
        </p:nvSpPr>
        <p:spPr>
          <a:xfrm>
            <a:off x="9697125" y="2084923"/>
            <a:ext cx="1931100" cy="3757500"/>
          </a:xfrm>
          <a:prstGeom prst="rect">
            <a:avLst/>
          </a:prstGeom>
          <a:noFill/>
          <a:ln>
            <a:noFill/>
          </a:ln>
        </p:spPr>
      </p:sp>
      <p:pic>
        <p:nvPicPr>
          <p:cNvPr id="633" name="Google Shape;633;p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93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18108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Font typeface="Manrope"/>
              <a:buChar char="•"/>
              <a:defRPr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"/>
              <a:buChar char="•"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65152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Stort mobilbillede til højre - Med pil" preserve="1">
  <p:cSld name="Creme - Stort mobilbillede til højre - Med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37" name="Google Shape;637;p94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38" name="Google Shape;638;p94"/>
          <p:cNvSpPr>
            <a:spLocks noGrp="1"/>
          </p:cNvSpPr>
          <p:nvPr>
            <p:ph type="pic" idx="2"/>
          </p:nvPr>
        </p:nvSpPr>
        <p:spPr>
          <a:xfrm>
            <a:off x="6573053" y="1550193"/>
            <a:ext cx="5042100" cy="3757500"/>
          </a:xfrm>
          <a:prstGeom prst="rect">
            <a:avLst/>
          </a:prstGeom>
          <a:noFill/>
          <a:ln>
            <a:noFill/>
          </a:ln>
        </p:spPr>
      </p:sp>
      <p:sp>
        <p:nvSpPr>
          <p:cNvPr id="639" name="Google Shape;639;p94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40" name="Google Shape;640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94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39861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413438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Stort mobilbillede til højre - Uden pil" preserve="1">
  <p:cSld name="Creme - Stort mobilbillede til højre - Uden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9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44" name="Google Shape;644;p95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45" name="Google Shape;645;p95"/>
          <p:cNvSpPr>
            <a:spLocks noGrp="1"/>
          </p:cNvSpPr>
          <p:nvPr>
            <p:ph type="pic" idx="2"/>
          </p:nvPr>
        </p:nvSpPr>
        <p:spPr>
          <a:xfrm>
            <a:off x="6573053" y="1550255"/>
            <a:ext cx="5042100" cy="3757500"/>
          </a:xfrm>
          <a:prstGeom prst="rect">
            <a:avLst/>
          </a:prstGeom>
          <a:noFill/>
          <a:ln>
            <a:noFill/>
          </a:ln>
        </p:spPr>
      </p:sp>
      <p:pic>
        <p:nvPicPr>
          <p:cNvPr id="646" name="Google Shape;646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95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39861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842844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Mobil billede til højre" preserve="1">
  <p:cSld name="Creme - Mobil billede til højr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96"/>
          <p:cNvSpPr/>
          <p:nvPr/>
        </p:nvSpPr>
        <p:spPr>
          <a:xfrm>
            <a:off x="7150106" y="0"/>
            <a:ext cx="50421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0" name="Google Shape;650;p96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51" name="Google Shape;651;p96"/>
          <p:cNvSpPr>
            <a:spLocks noGrp="1"/>
          </p:cNvSpPr>
          <p:nvPr>
            <p:ph type="pic" idx="2"/>
          </p:nvPr>
        </p:nvSpPr>
        <p:spPr>
          <a:xfrm>
            <a:off x="7719646" y="1550193"/>
            <a:ext cx="3895200" cy="3757500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96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53" name="Google Shape;653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96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48777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927720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Mobilbillede til højre uden pil" preserve="1">
  <p:cSld name="Creme - Mobilbillede til højre uden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97"/>
          <p:cNvSpPr/>
          <p:nvPr/>
        </p:nvSpPr>
        <p:spPr>
          <a:xfrm>
            <a:off x="7150106" y="0"/>
            <a:ext cx="50421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7" name="Google Shape;657;p97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58" name="Google Shape;658;p97"/>
          <p:cNvSpPr>
            <a:spLocks noGrp="1"/>
          </p:cNvSpPr>
          <p:nvPr>
            <p:ph type="pic" idx="2"/>
          </p:nvPr>
        </p:nvSpPr>
        <p:spPr>
          <a:xfrm>
            <a:off x="7719646" y="1550255"/>
            <a:ext cx="3895200" cy="3757500"/>
          </a:xfrm>
          <a:prstGeom prst="rect">
            <a:avLst/>
          </a:prstGeom>
          <a:noFill/>
          <a:ln>
            <a:noFill/>
          </a:ln>
        </p:spPr>
      </p:sp>
      <p:pic>
        <p:nvPicPr>
          <p:cNvPr id="659" name="Google Shape;659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97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49668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650286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Brødtekst - Med pil" preserve="1">
  <p:cSld name="Creme - Brødtekst - Med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98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663" name="Google Shape;663;p98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98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5" name="Google Shape;665;p98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00776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4509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5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85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Brødtekst - Uden pil" preserve="1">
  <p:cSld name="1_Creme - Brødtekst - Uden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99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668" name="Google Shape;668;p99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99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00776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655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5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85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Brødtekst - Centreret headline" preserve="1">
  <p:cSld name="Creme - Brødtekst - Centreret headlin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00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9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672" name="Google Shape;672;p100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100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00776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638648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vid - Brødtekst - Med pil" preserve="1">
  <p:cSld name="Hvid - Brødtekst - Med pil">
    <p:bg>
      <p:bgPr>
        <a:solidFill>
          <a:schemeClr val="lt1"/>
        </a:solidFill>
        <a:effectLst/>
      </p:bgPr>
    </p:bg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01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676" name="Google Shape;676;p101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101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8" name="Google Shape;678;p101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00776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3712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5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85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vid - Brødtekst - Uden pil" preserve="1">
  <p:cSld name="Hvid - Brødtekst - Uden pil">
    <p:bg>
      <p:bgPr>
        <a:solidFill>
          <a:schemeClr val="lt1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02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681" name="Google Shape;681;p102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102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00776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8838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5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85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vid - Brødtekst - Centreret overskrift" preserve="1">
  <p:cSld name="Hvid - Brødtekst - Centreret overskrift">
    <p:bg>
      <p:bgPr>
        <a:solidFill>
          <a:schemeClr val="lt1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03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9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685" name="Google Shape;685;p103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103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100776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675287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4 kolonner" preserve="1">
  <p:cSld name="Creme - 4 kolonner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04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9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689" name="Google Shape;689;p104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104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22668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91" name="Google Shape;691;p104"/>
          <p:cNvSpPr txBox="1">
            <a:spLocks noGrp="1"/>
          </p:cNvSpPr>
          <p:nvPr>
            <p:ph type="body" idx="2"/>
          </p:nvPr>
        </p:nvSpPr>
        <p:spPr>
          <a:xfrm>
            <a:off x="3664467" y="1873975"/>
            <a:ext cx="22668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92" name="Google Shape;692;p104"/>
          <p:cNvSpPr txBox="1">
            <a:spLocks noGrp="1"/>
          </p:cNvSpPr>
          <p:nvPr>
            <p:ph type="body" idx="3"/>
          </p:nvPr>
        </p:nvSpPr>
        <p:spPr>
          <a:xfrm>
            <a:off x="6270234" y="1873975"/>
            <a:ext cx="22668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93" name="Google Shape;693;p104"/>
          <p:cNvSpPr txBox="1">
            <a:spLocks noGrp="1"/>
          </p:cNvSpPr>
          <p:nvPr>
            <p:ph type="body" idx="4"/>
          </p:nvPr>
        </p:nvSpPr>
        <p:spPr>
          <a:xfrm>
            <a:off x="8876000" y="1873975"/>
            <a:ext cx="22668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63888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3 kolonner" preserve="1">
  <p:cSld name="Creme - 3 kolonner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05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9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696" name="Google Shape;696;p105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105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30555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98" name="Google Shape;698;p105"/>
          <p:cNvSpPr txBox="1">
            <a:spLocks noGrp="1"/>
          </p:cNvSpPr>
          <p:nvPr>
            <p:ph type="body" idx="2"/>
          </p:nvPr>
        </p:nvSpPr>
        <p:spPr>
          <a:xfrm>
            <a:off x="4570849" y="1873975"/>
            <a:ext cx="30555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99" name="Google Shape;699;p105"/>
          <p:cNvSpPr txBox="1">
            <a:spLocks noGrp="1"/>
          </p:cNvSpPr>
          <p:nvPr>
            <p:ph type="body" idx="3"/>
          </p:nvPr>
        </p:nvSpPr>
        <p:spPr>
          <a:xfrm>
            <a:off x="8082998" y="1873975"/>
            <a:ext cx="30555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076038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½ billede til venstre" preserve="1">
  <p:cSld name="Creme - ½ billede til venstr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06"/>
          <p:cNvSpPr>
            <a:spLocks noGrp="1"/>
          </p:cNvSpPr>
          <p:nvPr>
            <p:ph type="pic" idx="2"/>
          </p:nvPr>
        </p:nvSpPr>
        <p:spPr>
          <a:xfrm>
            <a:off x="9525" y="0"/>
            <a:ext cx="6086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02" name="Google Shape;702;p106"/>
          <p:cNvSpPr txBox="1">
            <a:spLocks noGrp="1"/>
          </p:cNvSpPr>
          <p:nvPr>
            <p:ph type="title"/>
          </p:nvPr>
        </p:nvSpPr>
        <p:spPr>
          <a:xfrm>
            <a:off x="6549629" y="829249"/>
            <a:ext cx="4586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703" name="Google Shape;703;p106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106"/>
          <p:cNvSpPr txBox="1">
            <a:spLocks noGrp="1"/>
          </p:cNvSpPr>
          <p:nvPr>
            <p:ph type="body" idx="1"/>
          </p:nvPr>
        </p:nvSpPr>
        <p:spPr>
          <a:xfrm>
            <a:off x="6549600" y="1873975"/>
            <a:ext cx="45867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507601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1/3 billedslide med pil" preserve="1">
  <p:cSld name="Creme - 1/3 billedslide med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07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707" name="Google Shape;707;p107"/>
          <p:cNvSpPr>
            <a:spLocks noGrp="1"/>
          </p:cNvSpPr>
          <p:nvPr>
            <p:ph type="pic" idx="2"/>
          </p:nvPr>
        </p:nvSpPr>
        <p:spPr>
          <a:xfrm>
            <a:off x="8026399" y="0"/>
            <a:ext cx="41655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DK"/>
          </a:p>
        </p:txBody>
      </p:sp>
      <p:sp>
        <p:nvSpPr>
          <p:cNvPr id="708" name="Google Shape;708;p107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709" name="Google Shape;709;p107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107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59679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510596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1/3 billedslide uden pil" preserve="1">
  <p:cSld name="Creme - 1/3 billedslide uden pil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08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713" name="Google Shape;713;p108"/>
          <p:cNvSpPr>
            <a:spLocks noGrp="1"/>
          </p:cNvSpPr>
          <p:nvPr>
            <p:ph type="pic" idx="2"/>
          </p:nvPr>
        </p:nvSpPr>
        <p:spPr>
          <a:xfrm>
            <a:off x="8026399" y="0"/>
            <a:ext cx="41655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714" name="Google Shape;714;p108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108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59580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608184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Header only" preserve="1">
  <p:cSld name="Creme - Header only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09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9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718" name="Google Shape;718;p109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239058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me - Tomt slide" preserve="1">
  <p:cSld name="Creme - Tomt slid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Google Shape;720;p110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599586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vid - Header only" preserve="1">
  <p:cSld name="Hvid - Header only">
    <p:bg>
      <p:bgPr>
        <a:solidFill>
          <a:schemeClr val="lt1"/>
        </a:solid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11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100797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723" name="Google Shape;723;p111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354495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vid - Tomt slide" preserve="1">
  <p:cSld name="Hvid - Tomt slide">
    <p:bg>
      <p:bgPr>
        <a:solidFill>
          <a:schemeClr val="lt1"/>
        </a:solidFill>
        <a:effectLst/>
      </p:bgPr>
    </p:bg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112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3858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x - 4 steps - creme" preserve="1">
  <p:cSld name="x - 4 steps - crem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13"/>
          <p:cNvSpPr/>
          <p:nvPr/>
        </p:nvSpPr>
        <p:spPr>
          <a:xfrm>
            <a:off x="8663616" y="1881189"/>
            <a:ext cx="2480100" cy="4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28" name="Google Shape;728;p113"/>
          <p:cNvSpPr/>
          <p:nvPr/>
        </p:nvSpPr>
        <p:spPr>
          <a:xfrm>
            <a:off x="943076" y="5632469"/>
            <a:ext cx="10200900" cy="688500"/>
          </a:xfrm>
          <a:prstGeom prst="rect">
            <a:avLst/>
          </a:prstGeom>
          <a:solidFill>
            <a:srgbClr val="FFFFFF">
              <a:alpha val="4710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29" name="Google Shape;729;p113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730" name="Google Shape;730;p113"/>
          <p:cNvSpPr txBox="1">
            <a:spLocks noGrp="1"/>
          </p:cNvSpPr>
          <p:nvPr>
            <p:ph type="body" idx="1"/>
          </p:nvPr>
        </p:nvSpPr>
        <p:spPr>
          <a:xfrm>
            <a:off x="1294813" y="3032888"/>
            <a:ext cx="2022300" cy="23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31" name="Google Shape;731;p113"/>
          <p:cNvSpPr txBox="1">
            <a:spLocks noGrp="1"/>
          </p:cNvSpPr>
          <p:nvPr>
            <p:ph type="body" idx="2"/>
          </p:nvPr>
        </p:nvSpPr>
        <p:spPr>
          <a:xfrm>
            <a:off x="1294813" y="2347532"/>
            <a:ext cx="20223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  <a:defRPr sz="1200" b="1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32" name="Google Shape;732;p113"/>
          <p:cNvSpPr txBox="1">
            <a:spLocks noGrp="1"/>
          </p:cNvSpPr>
          <p:nvPr>
            <p:ph type="body" idx="3"/>
          </p:nvPr>
        </p:nvSpPr>
        <p:spPr>
          <a:xfrm>
            <a:off x="3816483" y="3032888"/>
            <a:ext cx="2022300" cy="23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33" name="Google Shape;733;p113"/>
          <p:cNvSpPr txBox="1">
            <a:spLocks noGrp="1"/>
          </p:cNvSpPr>
          <p:nvPr>
            <p:ph type="body" idx="4"/>
          </p:nvPr>
        </p:nvSpPr>
        <p:spPr>
          <a:xfrm>
            <a:off x="3816483" y="2347532"/>
            <a:ext cx="20223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  <a:defRPr sz="1200" b="1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34" name="Google Shape;734;p113"/>
          <p:cNvSpPr txBox="1">
            <a:spLocks noGrp="1"/>
          </p:cNvSpPr>
          <p:nvPr>
            <p:ph type="body" idx="5"/>
          </p:nvPr>
        </p:nvSpPr>
        <p:spPr>
          <a:xfrm>
            <a:off x="6338153" y="3032888"/>
            <a:ext cx="2022300" cy="23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35" name="Google Shape;735;p113"/>
          <p:cNvSpPr txBox="1">
            <a:spLocks noGrp="1"/>
          </p:cNvSpPr>
          <p:nvPr>
            <p:ph type="body" idx="6"/>
          </p:nvPr>
        </p:nvSpPr>
        <p:spPr>
          <a:xfrm>
            <a:off x="6335995" y="2347532"/>
            <a:ext cx="20223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  <a:defRPr sz="1200" b="1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36" name="Google Shape;736;p113"/>
          <p:cNvSpPr txBox="1">
            <a:spLocks noGrp="1"/>
          </p:cNvSpPr>
          <p:nvPr>
            <p:ph type="body" idx="7"/>
          </p:nvPr>
        </p:nvSpPr>
        <p:spPr>
          <a:xfrm>
            <a:off x="8859823" y="3032888"/>
            <a:ext cx="2022300" cy="23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37" name="Google Shape;737;p113"/>
          <p:cNvSpPr txBox="1">
            <a:spLocks noGrp="1"/>
          </p:cNvSpPr>
          <p:nvPr>
            <p:ph type="body" idx="8"/>
          </p:nvPr>
        </p:nvSpPr>
        <p:spPr>
          <a:xfrm>
            <a:off x="8859823" y="2347532"/>
            <a:ext cx="20223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738" name="Google Shape;738;p113"/>
          <p:cNvGrpSpPr/>
          <p:nvPr/>
        </p:nvGrpSpPr>
        <p:grpSpPr>
          <a:xfrm>
            <a:off x="1606116" y="5905263"/>
            <a:ext cx="9211075" cy="321325"/>
            <a:chOff x="1568016" y="5636639"/>
            <a:chExt cx="9211075" cy="321325"/>
          </a:xfrm>
        </p:grpSpPr>
        <p:cxnSp>
          <p:nvCxnSpPr>
            <p:cNvPr id="739" name="Google Shape;739;p113"/>
            <p:cNvCxnSpPr/>
            <p:nvPr/>
          </p:nvCxnSpPr>
          <p:spPr>
            <a:xfrm>
              <a:off x="1568016" y="5713871"/>
              <a:ext cx="1278900" cy="0"/>
            </a:xfrm>
            <a:prstGeom prst="straightConnector1">
              <a:avLst/>
            </a:prstGeom>
            <a:noFill/>
            <a:ln w="762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40" name="Google Shape;740;p113"/>
            <p:cNvSpPr/>
            <p:nvPr/>
          </p:nvSpPr>
          <p:spPr>
            <a:xfrm>
              <a:off x="1819373" y="5636639"/>
              <a:ext cx="132000" cy="13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41" name="Google Shape;741;p113"/>
            <p:cNvSpPr txBox="1"/>
            <p:nvPr/>
          </p:nvSpPr>
          <p:spPr>
            <a:xfrm>
              <a:off x="1664255" y="5755236"/>
              <a:ext cx="4422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700">
                  <a:solidFill>
                    <a:schemeClr val="dk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25%</a:t>
              </a:r>
              <a:endParaRPr sz="1500"/>
            </a:p>
          </p:txBody>
        </p:sp>
        <p:cxnSp>
          <p:nvCxnSpPr>
            <p:cNvPr id="742" name="Google Shape;742;p113"/>
            <p:cNvCxnSpPr/>
            <p:nvPr/>
          </p:nvCxnSpPr>
          <p:spPr>
            <a:xfrm>
              <a:off x="4130177" y="5712855"/>
              <a:ext cx="1278900" cy="0"/>
            </a:xfrm>
            <a:prstGeom prst="straightConnector1">
              <a:avLst/>
            </a:prstGeom>
            <a:noFill/>
            <a:ln w="762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43" name="Google Shape;743;p113"/>
            <p:cNvSpPr/>
            <p:nvPr/>
          </p:nvSpPr>
          <p:spPr>
            <a:xfrm>
              <a:off x="4703628" y="5646867"/>
              <a:ext cx="132000" cy="13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44" name="Google Shape;744;p113"/>
            <p:cNvSpPr txBox="1"/>
            <p:nvPr/>
          </p:nvSpPr>
          <p:spPr>
            <a:xfrm>
              <a:off x="4555198" y="5754220"/>
              <a:ext cx="4422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700">
                  <a:solidFill>
                    <a:schemeClr val="dk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50%</a:t>
              </a:r>
              <a:endParaRPr sz="1500"/>
            </a:p>
          </p:txBody>
        </p:sp>
        <p:cxnSp>
          <p:nvCxnSpPr>
            <p:cNvPr id="745" name="Google Shape;745;p113"/>
            <p:cNvCxnSpPr/>
            <p:nvPr/>
          </p:nvCxnSpPr>
          <p:spPr>
            <a:xfrm>
              <a:off x="6692336" y="5713145"/>
              <a:ext cx="1278900" cy="0"/>
            </a:xfrm>
            <a:prstGeom prst="straightConnector1">
              <a:avLst/>
            </a:prstGeom>
            <a:noFill/>
            <a:ln w="762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46" name="Google Shape;746;p113"/>
            <p:cNvSpPr/>
            <p:nvPr/>
          </p:nvSpPr>
          <p:spPr>
            <a:xfrm>
              <a:off x="7554965" y="5647157"/>
              <a:ext cx="132000" cy="13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47" name="Google Shape;747;p113"/>
            <p:cNvSpPr txBox="1"/>
            <p:nvPr/>
          </p:nvSpPr>
          <p:spPr>
            <a:xfrm>
              <a:off x="7399847" y="5754510"/>
              <a:ext cx="4422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700">
                  <a:solidFill>
                    <a:schemeClr val="dk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75%</a:t>
              </a:r>
              <a:endParaRPr sz="1500"/>
            </a:p>
          </p:txBody>
        </p:sp>
        <p:cxnSp>
          <p:nvCxnSpPr>
            <p:cNvPr id="748" name="Google Shape;748;p113"/>
            <p:cNvCxnSpPr/>
            <p:nvPr/>
          </p:nvCxnSpPr>
          <p:spPr>
            <a:xfrm>
              <a:off x="9249894" y="5716499"/>
              <a:ext cx="1278900" cy="0"/>
            </a:xfrm>
            <a:prstGeom prst="straightConnector1">
              <a:avLst/>
            </a:prstGeom>
            <a:noFill/>
            <a:ln w="762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49" name="Google Shape;749;p113"/>
            <p:cNvSpPr/>
            <p:nvPr/>
          </p:nvSpPr>
          <p:spPr>
            <a:xfrm>
              <a:off x="10492009" y="5650511"/>
              <a:ext cx="132000" cy="13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50" name="Google Shape;750;p113"/>
            <p:cNvSpPr txBox="1"/>
            <p:nvPr/>
          </p:nvSpPr>
          <p:spPr>
            <a:xfrm>
              <a:off x="10336891" y="5757864"/>
              <a:ext cx="4422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a-DK" sz="700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100%</a:t>
              </a:r>
              <a:endParaRPr sz="1500"/>
            </a:p>
          </p:txBody>
        </p:sp>
      </p:grpSp>
      <p:cxnSp>
        <p:nvCxnSpPr>
          <p:cNvPr id="751" name="Google Shape;751;p113"/>
          <p:cNvCxnSpPr/>
          <p:nvPr/>
        </p:nvCxnSpPr>
        <p:spPr>
          <a:xfrm>
            <a:off x="3581335" y="1903215"/>
            <a:ext cx="0" cy="4535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52" name="Google Shape;752;p113"/>
          <p:cNvCxnSpPr/>
          <p:nvPr/>
        </p:nvCxnSpPr>
        <p:spPr>
          <a:xfrm>
            <a:off x="6099922" y="1903215"/>
            <a:ext cx="0" cy="4535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53" name="Google Shape;753;p113"/>
          <p:cNvCxnSpPr/>
          <p:nvPr/>
        </p:nvCxnSpPr>
        <p:spPr>
          <a:xfrm>
            <a:off x="8663616" y="1909626"/>
            <a:ext cx="0" cy="4535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754" name="Google Shape;754;p113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755" name="Google Shape;755;p113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216491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x - Creme - L'ordinateur a droite" preserve="1">
  <p:cSld name="x - Creme - L'ordinateur a droit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14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758" name="Google Shape;758;p114" descr="Et billede, der indeholder elektronik, computer, bærbar, Elektronisk enhed&#10;&#10;Automatisk genereret beskrivel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344" y="1525848"/>
            <a:ext cx="7518509" cy="4803929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114"/>
          <p:cNvSpPr>
            <a:spLocks noGrp="1"/>
          </p:cNvSpPr>
          <p:nvPr>
            <p:ph type="pic" idx="2"/>
          </p:nvPr>
        </p:nvSpPr>
        <p:spPr>
          <a:xfrm>
            <a:off x="4846258" y="1869853"/>
            <a:ext cx="6097500" cy="4012500"/>
          </a:xfrm>
          <a:prstGeom prst="rect">
            <a:avLst/>
          </a:prstGeom>
          <a:noFill/>
          <a:ln>
            <a:noFill/>
          </a:ln>
        </p:spPr>
      </p:sp>
      <p:sp>
        <p:nvSpPr>
          <p:cNvPr id="760" name="Google Shape;760;p114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761" name="Google Shape;761;p114" descr="A black and orang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114"/>
          <p:cNvSpPr txBox="1">
            <a:spLocks noGrp="1"/>
          </p:cNvSpPr>
          <p:nvPr>
            <p:ph type="body" idx="1"/>
          </p:nvPr>
        </p:nvSpPr>
        <p:spPr>
          <a:xfrm>
            <a:off x="1058700" y="1873975"/>
            <a:ext cx="2865900" cy="42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866782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x - Creme - Computadores til venstre" preserve="1">
  <p:cSld name="x - Creme - Computadores til venstre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15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pic>
        <p:nvPicPr>
          <p:cNvPr id="765" name="Google Shape;765;p115" descr="Et billede, der indeholder elektronik, computer, bærbar, Elektronisk enhed&#10;&#10;Automatisk genereret beskrivel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5808" y="1682106"/>
            <a:ext cx="7518509" cy="4803929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115"/>
          <p:cNvSpPr>
            <a:spLocks noGrp="1"/>
          </p:cNvSpPr>
          <p:nvPr>
            <p:ph type="pic" idx="2"/>
          </p:nvPr>
        </p:nvSpPr>
        <p:spPr>
          <a:xfrm>
            <a:off x="1159722" y="2026111"/>
            <a:ext cx="6097500" cy="4012500"/>
          </a:xfrm>
          <a:prstGeom prst="rect">
            <a:avLst/>
          </a:prstGeom>
          <a:noFill/>
          <a:ln>
            <a:noFill/>
          </a:ln>
        </p:spPr>
      </p:sp>
      <p:sp>
        <p:nvSpPr>
          <p:cNvPr id="767" name="Google Shape;767;p115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768" name="Google Shape;768;p115" descr="A black and orang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115"/>
          <p:cNvSpPr txBox="1">
            <a:spLocks noGrp="1"/>
          </p:cNvSpPr>
          <p:nvPr>
            <p:ph type="body" idx="1"/>
          </p:nvPr>
        </p:nvSpPr>
        <p:spPr>
          <a:xfrm>
            <a:off x="8186975" y="1873975"/>
            <a:ext cx="29493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Char char="•"/>
              <a:defRPr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 Light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049563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x - Roadmap / tabel - Hvid" preserve="1">
  <p:cSld name="x - Roadmap / tabel - Hvid"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16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graphicFrame>
        <p:nvGraphicFramePr>
          <p:cNvPr id="772" name="Google Shape;772;p116"/>
          <p:cNvGraphicFramePr/>
          <p:nvPr/>
        </p:nvGraphicFramePr>
        <p:xfrm>
          <a:off x="470400" y="1912706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4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75" marR="91475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75" marR="91475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75" marR="91475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75" marR="91475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75" marR="91475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75" marR="91475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75" marR="91475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75" marR="91475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75" marR="91475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75" marR="91475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75" marR="91475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75" marR="91475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75" marR="91475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Roboto Condensed Light"/>
                        <a:ea typeface="Roboto Condensed Light"/>
                        <a:cs typeface="Roboto Condensed Light"/>
                        <a:sym typeface="Roboto Condensed Light"/>
                      </a:endParaRPr>
                    </a:p>
                  </a:txBody>
                  <a:tcPr marL="91475" marR="91475" marT="45725" marB="45725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AE8DD">
                        <a:alpha val="487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cxnSp>
        <p:nvCxnSpPr>
          <p:cNvPr id="773" name="Google Shape;773;p116"/>
          <p:cNvCxnSpPr/>
          <p:nvPr/>
        </p:nvCxnSpPr>
        <p:spPr>
          <a:xfrm>
            <a:off x="2003542" y="1627824"/>
            <a:ext cx="98904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74" name="Google Shape;774;p116"/>
          <p:cNvSpPr txBox="1"/>
          <p:nvPr/>
        </p:nvSpPr>
        <p:spPr>
          <a:xfrm>
            <a:off x="3665401" y="1664645"/>
            <a:ext cx="82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Condensed Light"/>
              <a:buNone/>
            </a:pPr>
            <a:r>
              <a:rPr lang="da-DK" sz="11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MAR</a:t>
            </a:r>
            <a:endParaRPr sz="11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775" name="Google Shape;775;p116"/>
          <p:cNvSpPr txBox="1"/>
          <p:nvPr/>
        </p:nvSpPr>
        <p:spPr>
          <a:xfrm>
            <a:off x="4491021" y="1664645"/>
            <a:ext cx="82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Condensed Light"/>
              <a:buNone/>
            </a:pPr>
            <a:r>
              <a:rPr lang="da-DK" sz="11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APR</a:t>
            </a:r>
            <a:endParaRPr sz="11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776" name="Google Shape;776;p116"/>
          <p:cNvSpPr txBox="1"/>
          <p:nvPr/>
        </p:nvSpPr>
        <p:spPr>
          <a:xfrm>
            <a:off x="5316641" y="1664645"/>
            <a:ext cx="82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Condensed Light"/>
              <a:buNone/>
            </a:pPr>
            <a:r>
              <a:rPr lang="da-DK" sz="11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MAJ</a:t>
            </a:r>
            <a:endParaRPr sz="11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777" name="Google Shape;777;p116"/>
          <p:cNvSpPr txBox="1"/>
          <p:nvPr/>
        </p:nvSpPr>
        <p:spPr>
          <a:xfrm>
            <a:off x="6142261" y="1664645"/>
            <a:ext cx="82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Condensed Light"/>
              <a:buNone/>
            </a:pPr>
            <a:r>
              <a:rPr lang="da-DK" sz="11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JUN</a:t>
            </a:r>
            <a:endParaRPr sz="11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778" name="Google Shape;778;p116"/>
          <p:cNvSpPr txBox="1"/>
          <p:nvPr/>
        </p:nvSpPr>
        <p:spPr>
          <a:xfrm>
            <a:off x="6967881" y="1664645"/>
            <a:ext cx="82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Condensed Light"/>
              <a:buNone/>
            </a:pPr>
            <a:r>
              <a:rPr lang="da-DK" sz="11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JUL</a:t>
            </a:r>
            <a:endParaRPr sz="11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779" name="Google Shape;779;p116"/>
          <p:cNvSpPr txBox="1"/>
          <p:nvPr/>
        </p:nvSpPr>
        <p:spPr>
          <a:xfrm>
            <a:off x="7793506" y="1664645"/>
            <a:ext cx="82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Condensed Light"/>
              <a:buNone/>
            </a:pPr>
            <a:r>
              <a:rPr lang="da-DK" sz="11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AUG</a:t>
            </a:r>
            <a:endParaRPr sz="11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cxnSp>
        <p:nvCxnSpPr>
          <p:cNvPr id="780" name="Google Shape;780;p116"/>
          <p:cNvCxnSpPr/>
          <p:nvPr/>
        </p:nvCxnSpPr>
        <p:spPr>
          <a:xfrm>
            <a:off x="2003542" y="1910866"/>
            <a:ext cx="98904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1" name="Google Shape;781;p116"/>
          <p:cNvSpPr txBox="1"/>
          <p:nvPr/>
        </p:nvSpPr>
        <p:spPr>
          <a:xfrm>
            <a:off x="2864384" y="1651779"/>
            <a:ext cx="82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Condensed Light"/>
              <a:buNone/>
            </a:pPr>
            <a:r>
              <a:rPr lang="da-DK" sz="11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FEB</a:t>
            </a:r>
            <a:endParaRPr sz="11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grpSp>
        <p:nvGrpSpPr>
          <p:cNvPr id="782" name="Google Shape;782;p116"/>
          <p:cNvGrpSpPr/>
          <p:nvPr/>
        </p:nvGrpSpPr>
        <p:grpSpPr>
          <a:xfrm>
            <a:off x="2003542" y="1912716"/>
            <a:ext cx="9890258" cy="4336850"/>
            <a:chOff x="2003542" y="1912706"/>
            <a:chExt cx="9890258" cy="1107017"/>
          </a:xfrm>
        </p:grpSpPr>
        <p:cxnSp>
          <p:nvCxnSpPr>
            <p:cNvPr id="783" name="Google Shape;783;p116"/>
            <p:cNvCxnSpPr/>
            <p:nvPr/>
          </p:nvCxnSpPr>
          <p:spPr>
            <a:xfrm>
              <a:off x="2003542" y="1912723"/>
              <a:ext cx="0" cy="1107000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4" name="Google Shape;784;p116"/>
            <p:cNvCxnSpPr/>
            <p:nvPr/>
          </p:nvCxnSpPr>
          <p:spPr>
            <a:xfrm>
              <a:off x="2838011" y="1912723"/>
              <a:ext cx="0" cy="1107000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5" name="Google Shape;785;p116"/>
            <p:cNvCxnSpPr/>
            <p:nvPr/>
          </p:nvCxnSpPr>
          <p:spPr>
            <a:xfrm>
              <a:off x="3670652" y="1912723"/>
              <a:ext cx="0" cy="1107000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6" name="Google Shape;786;p116"/>
            <p:cNvCxnSpPr/>
            <p:nvPr/>
          </p:nvCxnSpPr>
          <p:spPr>
            <a:xfrm>
              <a:off x="4505121" y="1912723"/>
              <a:ext cx="0" cy="1107000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7" name="Google Shape;787;p116"/>
            <p:cNvCxnSpPr/>
            <p:nvPr/>
          </p:nvCxnSpPr>
          <p:spPr>
            <a:xfrm>
              <a:off x="5320122" y="1912723"/>
              <a:ext cx="0" cy="1107000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8" name="Google Shape;788;p116"/>
            <p:cNvCxnSpPr/>
            <p:nvPr/>
          </p:nvCxnSpPr>
          <p:spPr>
            <a:xfrm>
              <a:off x="6154591" y="1912723"/>
              <a:ext cx="0" cy="1107000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9" name="Google Shape;789;p116"/>
            <p:cNvCxnSpPr/>
            <p:nvPr/>
          </p:nvCxnSpPr>
          <p:spPr>
            <a:xfrm>
              <a:off x="6957491" y="1912723"/>
              <a:ext cx="0" cy="1107000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0" name="Google Shape;790;p116"/>
            <p:cNvCxnSpPr/>
            <p:nvPr/>
          </p:nvCxnSpPr>
          <p:spPr>
            <a:xfrm>
              <a:off x="7772492" y="1912723"/>
              <a:ext cx="0" cy="1107000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1" name="Google Shape;791;p116"/>
            <p:cNvCxnSpPr/>
            <p:nvPr/>
          </p:nvCxnSpPr>
          <p:spPr>
            <a:xfrm>
              <a:off x="8606961" y="1912723"/>
              <a:ext cx="0" cy="1107000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2" name="Google Shape;792;p116"/>
            <p:cNvCxnSpPr/>
            <p:nvPr/>
          </p:nvCxnSpPr>
          <p:spPr>
            <a:xfrm>
              <a:off x="9441430" y="1912706"/>
              <a:ext cx="0" cy="1107000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3" name="Google Shape;793;p116"/>
            <p:cNvCxnSpPr/>
            <p:nvPr/>
          </p:nvCxnSpPr>
          <p:spPr>
            <a:xfrm>
              <a:off x="10244330" y="1912706"/>
              <a:ext cx="0" cy="1107000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4" name="Google Shape;794;p116"/>
            <p:cNvCxnSpPr/>
            <p:nvPr/>
          </p:nvCxnSpPr>
          <p:spPr>
            <a:xfrm>
              <a:off x="11059331" y="1912706"/>
              <a:ext cx="0" cy="1107000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5" name="Google Shape;795;p116"/>
            <p:cNvCxnSpPr/>
            <p:nvPr/>
          </p:nvCxnSpPr>
          <p:spPr>
            <a:xfrm>
              <a:off x="11893800" y="1912706"/>
              <a:ext cx="0" cy="1107000"/>
            </a:xfrm>
            <a:prstGeom prst="straightConnector1">
              <a:avLst/>
            </a:prstGeom>
            <a:noFill/>
            <a:ln w="9525" cap="flat" cmpd="sng">
              <a:solidFill>
                <a:srgbClr val="C9C9C9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96" name="Google Shape;796;p116"/>
          <p:cNvSpPr txBox="1"/>
          <p:nvPr/>
        </p:nvSpPr>
        <p:spPr>
          <a:xfrm>
            <a:off x="8627949" y="1664980"/>
            <a:ext cx="82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Condensed Light"/>
              <a:buNone/>
            </a:pPr>
            <a:r>
              <a:rPr lang="da-DK" sz="11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SEP</a:t>
            </a:r>
            <a:endParaRPr sz="11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797" name="Google Shape;797;p116"/>
          <p:cNvSpPr txBox="1"/>
          <p:nvPr/>
        </p:nvSpPr>
        <p:spPr>
          <a:xfrm>
            <a:off x="9453574" y="1664980"/>
            <a:ext cx="82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Condensed Light"/>
              <a:buNone/>
            </a:pPr>
            <a:r>
              <a:rPr lang="da-DK" sz="11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OKT</a:t>
            </a:r>
            <a:endParaRPr sz="11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798" name="Google Shape;798;p116"/>
          <p:cNvSpPr txBox="1"/>
          <p:nvPr/>
        </p:nvSpPr>
        <p:spPr>
          <a:xfrm>
            <a:off x="10259984" y="1664981"/>
            <a:ext cx="82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Condensed Light"/>
              <a:buNone/>
            </a:pPr>
            <a:r>
              <a:rPr lang="da-DK" sz="11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NOV</a:t>
            </a:r>
            <a:endParaRPr sz="11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799" name="Google Shape;799;p116"/>
          <p:cNvSpPr txBox="1"/>
          <p:nvPr/>
        </p:nvSpPr>
        <p:spPr>
          <a:xfrm>
            <a:off x="11085609" y="1664981"/>
            <a:ext cx="82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Condensed Light"/>
              <a:buNone/>
            </a:pPr>
            <a:r>
              <a:rPr lang="da-DK" sz="11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DEC</a:t>
            </a:r>
            <a:endParaRPr sz="11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800" name="Google Shape;800;p116"/>
          <p:cNvSpPr txBox="1">
            <a:spLocks noGrp="1"/>
          </p:cNvSpPr>
          <p:nvPr>
            <p:ph type="body" idx="1"/>
          </p:nvPr>
        </p:nvSpPr>
        <p:spPr>
          <a:xfrm>
            <a:off x="469899" y="5954515"/>
            <a:ext cx="15336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01" name="Google Shape;801;p116"/>
          <p:cNvSpPr txBox="1">
            <a:spLocks noGrp="1"/>
          </p:cNvSpPr>
          <p:nvPr>
            <p:ph type="body" idx="2"/>
          </p:nvPr>
        </p:nvSpPr>
        <p:spPr>
          <a:xfrm>
            <a:off x="466553" y="5644424"/>
            <a:ext cx="15336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02" name="Google Shape;802;p116"/>
          <p:cNvSpPr txBox="1">
            <a:spLocks noGrp="1"/>
          </p:cNvSpPr>
          <p:nvPr>
            <p:ph type="body" idx="3"/>
          </p:nvPr>
        </p:nvSpPr>
        <p:spPr>
          <a:xfrm>
            <a:off x="466552" y="5334333"/>
            <a:ext cx="15336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03" name="Google Shape;803;p116"/>
          <p:cNvSpPr txBox="1">
            <a:spLocks noGrp="1"/>
          </p:cNvSpPr>
          <p:nvPr>
            <p:ph type="body" idx="4"/>
          </p:nvPr>
        </p:nvSpPr>
        <p:spPr>
          <a:xfrm>
            <a:off x="468613" y="5024242"/>
            <a:ext cx="15336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04" name="Google Shape;804;p116"/>
          <p:cNvSpPr txBox="1">
            <a:spLocks noGrp="1"/>
          </p:cNvSpPr>
          <p:nvPr>
            <p:ph type="body" idx="5"/>
          </p:nvPr>
        </p:nvSpPr>
        <p:spPr>
          <a:xfrm>
            <a:off x="468215" y="4699342"/>
            <a:ext cx="15336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05" name="Google Shape;805;p116"/>
          <p:cNvSpPr txBox="1">
            <a:spLocks noGrp="1"/>
          </p:cNvSpPr>
          <p:nvPr>
            <p:ph type="body" idx="6"/>
          </p:nvPr>
        </p:nvSpPr>
        <p:spPr>
          <a:xfrm>
            <a:off x="464869" y="4389251"/>
            <a:ext cx="15336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06" name="Google Shape;806;p116"/>
          <p:cNvSpPr txBox="1">
            <a:spLocks noGrp="1"/>
          </p:cNvSpPr>
          <p:nvPr>
            <p:ph type="body" idx="7"/>
          </p:nvPr>
        </p:nvSpPr>
        <p:spPr>
          <a:xfrm>
            <a:off x="464868" y="4079160"/>
            <a:ext cx="15336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07" name="Google Shape;807;p116"/>
          <p:cNvSpPr txBox="1">
            <a:spLocks noGrp="1"/>
          </p:cNvSpPr>
          <p:nvPr>
            <p:ph type="body" idx="8"/>
          </p:nvPr>
        </p:nvSpPr>
        <p:spPr>
          <a:xfrm>
            <a:off x="469650" y="3769069"/>
            <a:ext cx="15336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08" name="Google Shape;808;p116"/>
          <p:cNvSpPr txBox="1">
            <a:spLocks noGrp="1"/>
          </p:cNvSpPr>
          <p:nvPr>
            <p:ph type="body" idx="9"/>
          </p:nvPr>
        </p:nvSpPr>
        <p:spPr>
          <a:xfrm>
            <a:off x="469899" y="3465463"/>
            <a:ext cx="15336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09" name="Google Shape;809;p116"/>
          <p:cNvSpPr txBox="1">
            <a:spLocks noGrp="1"/>
          </p:cNvSpPr>
          <p:nvPr>
            <p:ph type="body" idx="13"/>
          </p:nvPr>
        </p:nvSpPr>
        <p:spPr>
          <a:xfrm>
            <a:off x="466553" y="3155372"/>
            <a:ext cx="15336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0" name="Google Shape;810;p116"/>
          <p:cNvSpPr txBox="1">
            <a:spLocks noGrp="1"/>
          </p:cNvSpPr>
          <p:nvPr>
            <p:ph type="body" idx="14"/>
          </p:nvPr>
        </p:nvSpPr>
        <p:spPr>
          <a:xfrm>
            <a:off x="466552" y="2845281"/>
            <a:ext cx="15336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1" name="Google Shape;811;p116"/>
          <p:cNvSpPr txBox="1">
            <a:spLocks noGrp="1"/>
          </p:cNvSpPr>
          <p:nvPr>
            <p:ph type="body" idx="15"/>
          </p:nvPr>
        </p:nvSpPr>
        <p:spPr>
          <a:xfrm>
            <a:off x="468613" y="2535190"/>
            <a:ext cx="15336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2" name="Google Shape;812;p116"/>
          <p:cNvSpPr txBox="1">
            <a:spLocks noGrp="1"/>
          </p:cNvSpPr>
          <p:nvPr>
            <p:ph type="body" idx="16"/>
          </p:nvPr>
        </p:nvSpPr>
        <p:spPr>
          <a:xfrm>
            <a:off x="468215" y="2210290"/>
            <a:ext cx="15336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3" name="Google Shape;813;p116"/>
          <p:cNvSpPr txBox="1">
            <a:spLocks noGrp="1"/>
          </p:cNvSpPr>
          <p:nvPr>
            <p:ph type="body" idx="17"/>
          </p:nvPr>
        </p:nvSpPr>
        <p:spPr>
          <a:xfrm>
            <a:off x="464869" y="1900199"/>
            <a:ext cx="1533600" cy="310500"/>
          </a:xfrm>
          <a:prstGeom prst="rect">
            <a:avLst/>
          </a:prstGeom>
          <a:solidFill>
            <a:srgbClr val="EAE8DD">
              <a:alpha val="48730"/>
            </a:srgbClr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900"/>
              <a:buNone/>
              <a:defRPr sz="9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4" name="Google Shape;814;p116"/>
          <p:cNvSpPr txBox="1"/>
          <p:nvPr/>
        </p:nvSpPr>
        <p:spPr>
          <a:xfrm>
            <a:off x="2006922" y="1651779"/>
            <a:ext cx="82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Condensed Light"/>
              <a:buNone/>
            </a:pPr>
            <a:r>
              <a:rPr lang="da-DK" sz="11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JAN</a:t>
            </a:r>
            <a:endParaRPr sz="1100" b="0" i="0" u="none" strike="noStrike" cap="non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pic>
        <p:nvPicPr>
          <p:cNvPr id="815" name="Google Shape;815;p116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116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6601295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ut" preserve="1">
  <p:cSld name="Slut">
    <p:bg>
      <p:bgPr>
        <a:solidFill>
          <a:schemeClr val="dk2"/>
        </a:solidFill>
        <a:effectLst/>
      </p:bgPr>
    </p:bg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8" name="Google Shape;818;p117"/>
          <p:cNvPicPr preferRelativeResize="0"/>
          <p:nvPr/>
        </p:nvPicPr>
        <p:blipFill rotWithShape="1">
          <a:blip r:embed="rId2">
            <a:alphaModFix amt="3000"/>
          </a:blip>
          <a:srcRect/>
          <a:stretch/>
        </p:blipFill>
        <p:spPr>
          <a:xfrm>
            <a:off x="-3599631" y="-1917768"/>
            <a:ext cx="14764151" cy="80091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9" name="Google Shape;819;p117"/>
          <p:cNvGrpSpPr/>
          <p:nvPr/>
        </p:nvGrpSpPr>
        <p:grpSpPr>
          <a:xfrm>
            <a:off x="4064700" y="2472173"/>
            <a:ext cx="4062600" cy="1913655"/>
            <a:chOff x="4064629" y="2340396"/>
            <a:chExt cx="4062600" cy="1913655"/>
          </a:xfrm>
        </p:grpSpPr>
        <p:sp>
          <p:nvSpPr>
            <p:cNvPr id="820" name="Google Shape;820;p117"/>
            <p:cNvSpPr/>
            <p:nvPr/>
          </p:nvSpPr>
          <p:spPr>
            <a:xfrm>
              <a:off x="4064629" y="3702651"/>
              <a:ext cx="40626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75" tIns="19075" rIns="19075" bIns="19075" anchor="ctr" anchorCtr="0">
              <a:noAutofit/>
            </a:bodyPr>
            <a:lstStyle/>
            <a:p>
              <a:pPr marL="0" marR="0" lvl="0" indent="0" algn="ctr" rtl="0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1900"/>
                <a:buFont typeface="Arial"/>
                <a:buNone/>
              </a:pP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InboundCPH A/S  </a:t>
              </a:r>
              <a:r>
                <a:rPr lang="da-DK" sz="110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•</a:t>
              </a: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  info@inboundcph.dk  </a:t>
              </a:r>
              <a:r>
                <a:rPr lang="da-DK" sz="110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• </a:t>
              </a: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  70 23 35 35</a:t>
              </a:r>
              <a:endParaRPr sz="1500" b="0" i="0" u="none" strike="noStrike" cap="none">
                <a:solidFill>
                  <a:srgbClr val="000000"/>
                </a:solidFill>
                <a:latin typeface="Manrope Light"/>
                <a:ea typeface="Manrope Light"/>
                <a:cs typeface="Manrope Light"/>
                <a:sym typeface="Manrope Light"/>
              </a:endParaRPr>
            </a:p>
            <a:p>
              <a:pPr marL="0" marR="0" lvl="0" indent="0" algn="ctr" rtl="0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1900"/>
                <a:buFont typeface="Arial"/>
                <a:buNone/>
              </a:pP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Rosenvængets Allé 11, 2100 København Ø</a:t>
              </a:r>
              <a:endParaRPr sz="1500" b="0" i="0" u="none" strike="noStrike" cap="none">
                <a:solidFill>
                  <a:srgbClr val="000000"/>
                </a:solidFill>
                <a:latin typeface="Manrope Light"/>
                <a:ea typeface="Manrope Light"/>
                <a:cs typeface="Manrope Light"/>
                <a:sym typeface="Manrope Light"/>
              </a:endParaRPr>
            </a:p>
          </p:txBody>
        </p:sp>
        <p:pic>
          <p:nvPicPr>
            <p:cNvPr id="821" name="Google Shape;821;p117" descr="Logo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089305" y="2340396"/>
              <a:ext cx="2013390" cy="106598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94508418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ut 1" preserve="1">
  <p:cSld name="Slut 1">
    <p:bg>
      <p:bgPr>
        <a:solidFill>
          <a:schemeClr val="dk2"/>
        </a:solidFill>
        <a:effectLst/>
      </p:bgPr>
    </p:bg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3" name="Google Shape;823;p118"/>
          <p:cNvGrpSpPr/>
          <p:nvPr/>
        </p:nvGrpSpPr>
        <p:grpSpPr>
          <a:xfrm>
            <a:off x="6096000" y="2472173"/>
            <a:ext cx="4062600" cy="1913655"/>
            <a:chOff x="4064629" y="2340396"/>
            <a:chExt cx="4062600" cy="1913655"/>
          </a:xfrm>
        </p:grpSpPr>
        <p:sp>
          <p:nvSpPr>
            <p:cNvPr id="824" name="Google Shape;824;p118"/>
            <p:cNvSpPr/>
            <p:nvPr/>
          </p:nvSpPr>
          <p:spPr>
            <a:xfrm>
              <a:off x="4064629" y="3702651"/>
              <a:ext cx="40626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75" tIns="19075" rIns="19075" bIns="19075" anchor="ctr" anchorCtr="0">
              <a:noAutofit/>
            </a:bodyPr>
            <a:lstStyle/>
            <a:p>
              <a:pPr marL="0" marR="0" lvl="0" indent="0" algn="ctr" rtl="0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1900"/>
                <a:buFont typeface="Arial"/>
                <a:buNone/>
              </a:pP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InboundCPH A/S  </a:t>
              </a:r>
              <a:r>
                <a:rPr lang="da-DK" sz="110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•</a:t>
              </a: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  info@inboundcph.dk  </a:t>
              </a:r>
              <a:r>
                <a:rPr lang="da-DK" sz="110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• </a:t>
              </a: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  70 23 35 35</a:t>
              </a:r>
              <a:endParaRPr sz="1500" b="0" i="0" u="none" strike="noStrike" cap="none">
                <a:solidFill>
                  <a:srgbClr val="000000"/>
                </a:solidFill>
                <a:latin typeface="Manrope Light"/>
                <a:ea typeface="Manrope Light"/>
                <a:cs typeface="Manrope Light"/>
                <a:sym typeface="Manrope Light"/>
              </a:endParaRPr>
            </a:p>
            <a:p>
              <a:pPr marL="0" marR="0" lvl="0" indent="0" algn="ctr" rtl="0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1900"/>
                <a:buFont typeface="Arial"/>
                <a:buNone/>
              </a:pPr>
              <a:r>
                <a:rPr lang="da-DK" sz="1200" b="0" i="0" u="none" strike="noStrike" cap="none">
                  <a:solidFill>
                    <a:schemeClr val="lt1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Rosenvængets Allé 11, 2100 København Ø</a:t>
              </a:r>
              <a:endParaRPr sz="1500" b="0" i="0" u="none" strike="noStrike" cap="none">
                <a:solidFill>
                  <a:srgbClr val="000000"/>
                </a:solidFill>
                <a:latin typeface="Manrope Light"/>
                <a:ea typeface="Manrope Light"/>
                <a:cs typeface="Manrope Light"/>
                <a:sym typeface="Manrope Light"/>
              </a:endParaRPr>
            </a:p>
          </p:txBody>
        </p:sp>
        <p:pic>
          <p:nvPicPr>
            <p:cNvPr id="825" name="Google Shape;825;p118" descr="Logo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089305" y="2340396"/>
              <a:ext cx="2013390" cy="10659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6" name="Google Shape;826;p118"/>
          <p:cNvSpPr/>
          <p:nvPr/>
        </p:nvSpPr>
        <p:spPr>
          <a:xfrm>
            <a:off x="9900" y="0"/>
            <a:ext cx="3765900" cy="6858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7" name="Google Shape;827;p118"/>
          <p:cNvSpPr txBox="1">
            <a:spLocks noGrp="1"/>
          </p:cNvSpPr>
          <p:nvPr>
            <p:ph type="body" idx="1"/>
          </p:nvPr>
        </p:nvSpPr>
        <p:spPr>
          <a:xfrm>
            <a:off x="1063225" y="1873975"/>
            <a:ext cx="19692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500"/>
              <a:buFont typeface="Manrope"/>
              <a:buChar char="•"/>
              <a:defRPr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Font typeface="Manrope"/>
              <a:buChar char="•"/>
              <a:defRPr sz="12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Font typeface="Manrope"/>
              <a:buChar char="•"/>
              <a:defRPr sz="11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Font typeface="Manrope"/>
              <a:buChar char="•"/>
              <a:defRPr sz="11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100"/>
              <a:buFont typeface="Manrope"/>
              <a:buChar char="•"/>
              <a:defRPr sz="1100">
                <a:solidFill>
                  <a:schemeClr val="dk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"/>
              <a:buChar char="•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"/>
              <a:buChar char="•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"/>
              <a:buChar char="•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Manrope"/>
              <a:buChar char="•"/>
              <a:defRPr sz="11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28" name="Google Shape;828;p118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29" name="Google Shape;829;p118"/>
          <p:cNvSpPr/>
          <p:nvPr/>
        </p:nvSpPr>
        <p:spPr>
          <a:xfrm>
            <a:off x="624765" y="950454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318085674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kst slide - Mørk - Med pil" preserve="1">
  <p:cSld name="Tekst slide - Mørk - Med pil">
    <p:bg>
      <p:bgPr>
        <a:solidFill>
          <a:schemeClr val="dk2"/>
        </a:solidFill>
        <a:effectLst/>
      </p:bgPr>
    </p:bg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19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32" name="Google Shape;832;p119"/>
          <p:cNvSpPr txBox="1">
            <a:spLocks noGrp="1"/>
          </p:cNvSpPr>
          <p:nvPr>
            <p:ph type="body" idx="1"/>
          </p:nvPr>
        </p:nvSpPr>
        <p:spPr>
          <a:xfrm>
            <a:off x="1063228" y="1873971"/>
            <a:ext cx="10073100" cy="44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33" name="Google Shape;833;p119" descr="A white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4946" y="6325910"/>
            <a:ext cx="349461" cy="3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119"/>
          <p:cNvSpPr/>
          <p:nvPr/>
        </p:nvSpPr>
        <p:spPr>
          <a:xfrm>
            <a:off x="633643" y="956283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61758748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med centreret headline - Hvid" preserve="1">
  <p:cSld name="Standard med centreret headline - Hvid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20"/>
          <p:cNvSpPr txBox="1">
            <a:spLocks noGrp="1"/>
          </p:cNvSpPr>
          <p:nvPr>
            <p:ph type="title"/>
          </p:nvPr>
        </p:nvSpPr>
        <p:spPr>
          <a:xfrm>
            <a:off x="3575054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37" name="Google Shape;837;p120"/>
          <p:cNvSpPr txBox="1">
            <a:spLocks noGrp="1"/>
          </p:cNvSpPr>
          <p:nvPr>
            <p:ph type="body" idx="1"/>
          </p:nvPr>
        </p:nvSpPr>
        <p:spPr>
          <a:xfrm>
            <a:off x="1063228" y="1873971"/>
            <a:ext cx="10073100" cy="44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0480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38" name="Google Shape;838;p120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49317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 preserve="1">
  <p:cSld name="Divider">
    <p:bg>
      <p:bgPr>
        <a:solidFill>
          <a:schemeClr val="dk2"/>
        </a:solidFill>
        <a:effectLst/>
      </p:bgPr>
    </p:bg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121"/>
          <p:cNvPicPr preferRelativeResize="0"/>
          <p:nvPr/>
        </p:nvPicPr>
        <p:blipFill rotWithShape="1">
          <a:blip r:embed="rId2">
            <a:alphaModFix amt="3000"/>
          </a:blip>
          <a:srcRect/>
          <a:stretch/>
        </p:blipFill>
        <p:spPr>
          <a:xfrm>
            <a:off x="-3599631" y="-1917768"/>
            <a:ext cx="14764151" cy="8009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21"/>
          <p:cNvPicPr preferRelativeResize="0"/>
          <p:nvPr/>
        </p:nvPicPr>
        <p:blipFill rotWithShape="1">
          <a:blip r:embed="rId2">
            <a:alphaModFix amt="2000"/>
          </a:blip>
          <a:srcRect/>
          <a:stretch/>
        </p:blipFill>
        <p:spPr>
          <a:xfrm>
            <a:off x="360274" y="-1088968"/>
            <a:ext cx="19326463" cy="10484053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121"/>
          <p:cNvSpPr txBox="1">
            <a:spLocks noGrp="1"/>
          </p:cNvSpPr>
          <p:nvPr>
            <p:ph type="title"/>
          </p:nvPr>
        </p:nvSpPr>
        <p:spPr>
          <a:xfrm>
            <a:off x="0" y="3161235"/>
            <a:ext cx="12192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 ExtraBold"/>
              <a:buNone/>
              <a:defRPr sz="3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43" name="Google Shape;843;p121"/>
          <p:cNvSpPr txBox="1">
            <a:spLocks noGrp="1"/>
          </p:cNvSpPr>
          <p:nvPr>
            <p:ph type="body" idx="1"/>
          </p:nvPr>
        </p:nvSpPr>
        <p:spPr>
          <a:xfrm>
            <a:off x="0" y="2929005"/>
            <a:ext cx="121920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803647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ointer - Hvid" preserve="1">
  <p:cSld name="3 pointer - Hvid"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22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5042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46" name="Google Shape;846;p122"/>
          <p:cNvSpPr/>
          <p:nvPr/>
        </p:nvSpPr>
        <p:spPr>
          <a:xfrm>
            <a:off x="4381500" y="3299653"/>
            <a:ext cx="3518100" cy="2578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7" name="Google Shape;847;p122"/>
          <p:cNvSpPr txBox="1">
            <a:spLocks noGrp="1"/>
          </p:cNvSpPr>
          <p:nvPr>
            <p:ph type="body" idx="1"/>
          </p:nvPr>
        </p:nvSpPr>
        <p:spPr>
          <a:xfrm>
            <a:off x="1055688" y="4127500"/>
            <a:ext cx="2616300" cy="14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48" name="Google Shape;848;p122"/>
          <p:cNvSpPr txBox="1">
            <a:spLocks noGrp="1"/>
          </p:cNvSpPr>
          <p:nvPr>
            <p:ph type="body" idx="2"/>
          </p:nvPr>
        </p:nvSpPr>
        <p:spPr>
          <a:xfrm>
            <a:off x="4797021" y="4127500"/>
            <a:ext cx="2616300" cy="14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49" name="Google Shape;849;p122"/>
          <p:cNvSpPr txBox="1">
            <a:spLocks noGrp="1"/>
          </p:cNvSpPr>
          <p:nvPr>
            <p:ph type="body" idx="3"/>
          </p:nvPr>
        </p:nvSpPr>
        <p:spPr>
          <a:xfrm>
            <a:off x="8520113" y="4127500"/>
            <a:ext cx="2616300" cy="14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50" name="Google Shape;850;p122"/>
          <p:cNvSpPr txBox="1">
            <a:spLocks noGrp="1"/>
          </p:cNvSpPr>
          <p:nvPr>
            <p:ph type="body" idx="4"/>
          </p:nvPr>
        </p:nvSpPr>
        <p:spPr>
          <a:xfrm>
            <a:off x="1055688" y="3490153"/>
            <a:ext cx="26163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  <a:defRPr sz="1200" b="1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51" name="Google Shape;851;p122"/>
          <p:cNvSpPr txBox="1">
            <a:spLocks noGrp="1"/>
          </p:cNvSpPr>
          <p:nvPr>
            <p:ph type="body" idx="5"/>
          </p:nvPr>
        </p:nvSpPr>
        <p:spPr>
          <a:xfrm>
            <a:off x="4797021" y="3490153"/>
            <a:ext cx="26163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  <a:defRPr sz="1200" b="1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52" name="Google Shape;852;p122"/>
          <p:cNvSpPr txBox="1">
            <a:spLocks noGrp="1"/>
          </p:cNvSpPr>
          <p:nvPr>
            <p:ph type="body" idx="6"/>
          </p:nvPr>
        </p:nvSpPr>
        <p:spPr>
          <a:xfrm>
            <a:off x="8520113" y="3490153"/>
            <a:ext cx="26163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None/>
              <a:defRPr sz="1200" b="1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53" name="Google Shape;853;p122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122"/>
          <p:cNvSpPr/>
          <p:nvPr/>
        </p:nvSpPr>
        <p:spPr>
          <a:xfrm>
            <a:off x="633643" y="956283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3130168646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nning nye favorit" preserve="1">
  <p:cSld name="Henning nye favorit">
    <p:bg>
      <p:bgPr>
        <a:solidFill>
          <a:schemeClr val="dk2"/>
        </a:solidFill>
        <a:effectLst/>
      </p:bgPr>
    </p:bg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23"/>
          <p:cNvSpPr txBox="1">
            <a:spLocks noGrp="1"/>
          </p:cNvSpPr>
          <p:nvPr>
            <p:ph type="title"/>
          </p:nvPr>
        </p:nvSpPr>
        <p:spPr>
          <a:xfrm>
            <a:off x="1063228" y="829249"/>
            <a:ext cx="4753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nrope ExtraBold"/>
              <a:buNone/>
              <a:defRPr sz="28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57" name="Google Shape;857;p123"/>
          <p:cNvSpPr>
            <a:spLocks noGrp="1"/>
          </p:cNvSpPr>
          <p:nvPr>
            <p:ph type="pic" idx="2"/>
          </p:nvPr>
        </p:nvSpPr>
        <p:spPr>
          <a:xfrm>
            <a:off x="6105525" y="0"/>
            <a:ext cx="6086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58" name="Google Shape;858;p123"/>
          <p:cNvSpPr txBox="1">
            <a:spLocks noGrp="1"/>
          </p:cNvSpPr>
          <p:nvPr>
            <p:ph type="body" idx="1"/>
          </p:nvPr>
        </p:nvSpPr>
        <p:spPr>
          <a:xfrm>
            <a:off x="1063227" y="1873971"/>
            <a:ext cx="4753500" cy="44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304800" algn="l">
              <a:lnSpc>
                <a:spcPct val="133000"/>
              </a:lnSpc>
              <a:spcBef>
                <a:spcPts val="11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304800" algn="l">
              <a:lnSpc>
                <a:spcPct val="133000"/>
              </a:lnSpc>
              <a:spcBef>
                <a:spcPts val="500"/>
              </a:spcBef>
              <a:spcAft>
                <a:spcPts val="0"/>
              </a:spcAft>
              <a:buClr>
                <a:srgbClr val="FA6757"/>
              </a:buClr>
              <a:buSzPts val="1200"/>
              <a:buChar char="•"/>
              <a:defRPr sz="12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59" name="Google Shape;859;p123"/>
          <p:cNvSpPr/>
          <p:nvPr/>
        </p:nvSpPr>
        <p:spPr>
          <a:xfrm>
            <a:off x="633643" y="956283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0" name="Google Shape;860;p123"/>
          <p:cNvSpPr/>
          <p:nvPr/>
        </p:nvSpPr>
        <p:spPr>
          <a:xfrm>
            <a:off x="6105525" y="0"/>
            <a:ext cx="6086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61" name="Google Shape;861;p123" descr="A black and orange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9170" y="6329778"/>
            <a:ext cx="342857" cy="324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4888508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preserve="1">
  <p:cSld name="Custom Layout">
    <p:bg>
      <p:bgPr>
        <a:solidFill>
          <a:schemeClr val="dk2"/>
        </a:solidFill>
        <a:effectLst/>
      </p:bgPr>
    </p:bg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24"/>
          <p:cNvSpPr txBox="1">
            <a:spLocks noGrp="1"/>
          </p:cNvSpPr>
          <p:nvPr>
            <p:ph type="title"/>
          </p:nvPr>
        </p:nvSpPr>
        <p:spPr>
          <a:xfrm>
            <a:off x="1055688" y="829249"/>
            <a:ext cx="10080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64" name="Google Shape;864;p124"/>
          <p:cNvSpPr/>
          <p:nvPr/>
        </p:nvSpPr>
        <p:spPr>
          <a:xfrm>
            <a:off x="633643" y="956283"/>
            <a:ext cx="240900" cy="210900"/>
          </a:xfrm>
          <a:prstGeom prst="chevron">
            <a:avLst>
              <a:gd name="adj" fmla="val 50000"/>
            </a:avLst>
          </a:prstGeom>
          <a:solidFill>
            <a:srgbClr val="F26C57"/>
          </a:solidFill>
          <a:ln w="12700" cap="flat" cmpd="sng">
            <a:solidFill>
              <a:srgbClr val="F26C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65" name="Google Shape;865;p1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17406" y="6325910"/>
            <a:ext cx="344540" cy="330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791369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Mørk" preserve="1">
  <p:cSld name="Divider - Mørk">
    <p:bg>
      <p:bgPr>
        <a:solidFill>
          <a:schemeClr val="dk2"/>
        </a:solidFill>
        <a:effectLst/>
      </p:bgPr>
    </p:bg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125"/>
          <p:cNvPicPr preferRelativeResize="0"/>
          <p:nvPr/>
        </p:nvPicPr>
        <p:blipFill rotWithShape="1">
          <a:blip r:embed="rId2">
            <a:alphaModFix amt="3000"/>
          </a:blip>
          <a:srcRect/>
          <a:stretch/>
        </p:blipFill>
        <p:spPr>
          <a:xfrm>
            <a:off x="-3599631" y="-1917768"/>
            <a:ext cx="14764151" cy="8009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125"/>
          <p:cNvPicPr preferRelativeResize="0"/>
          <p:nvPr/>
        </p:nvPicPr>
        <p:blipFill rotWithShape="1">
          <a:blip r:embed="rId2">
            <a:alphaModFix amt="2000"/>
          </a:blip>
          <a:srcRect/>
          <a:stretch/>
        </p:blipFill>
        <p:spPr>
          <a:xfrm>
            <a:off x="360274" y="-1088968"/>
            <a:ext cx="19326463" cy="10484053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125"/>
          <p:cNvSpPr txBox="1">
            <a:spLocks noGrp="1"/>
          </p:cNvSpPr>
          <p:nvPr>
            <p:ph type="title"/>
          </p:nvPr>
        </p:nvSpPr>
        <p:spPr>
          <a:xfrm>
            <a:off x="0" y="3161235"/>
            <a:ext cx="121920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 ExtraBold"/>
              <a:buNone/>
              <a:defRPr sz="3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70" name="Google Shape;870;p125"/>
          <p:cNvSpPr txBox="1">
            <a:spLocks noGrp="1"/>
          </p:cNvSpPr>
          <p:nvPr>
            <p:ph type="body" idx="1"/>
          </p:nvPr>
        </p:nvSpPr>
        <p:spPr>
          <a:xfrm>
            <a:off x="0" y="2929005"/>
            <a:ext cx="12192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•"/>
              <a:defRPr sz="11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Char char="•"/>
              <a:defRPr sz="105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Char char="•"/>
              <a:defRPr sz="105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16123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9.xml"/><Relationship Id="rId8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1.xml"/><Relationship Id="rId20" Type="http://schemas.openxmlformats.org/officeDocument/2006/relationships/slideLayout" Target="../slideLayouts/slideLayout82.xml"/><Relationship Id="rId21" Type="http://schemas.openxmlformats.org/officeDocument/2006/relationships/slideLayout" Target="../slideLayouts/slideLayout83.xml"/><Relationship Id="rId22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85.xml"/><Relationship Id="rId24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87.xml"/><Relationship Id="rId26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89.xml"/><Relationship Id="rId28" Type="http://schemas.openxmlformats.org/officeDocument/2006/relationships/slideLayout" Target="../slideLayouts/slideLayout90.xml"/><Relationship Id="rId29" Type="http://schemas.openxmlformats.org/officeDocument/2006/relationships/slideLayout" Target="../slideLayouts/slideLayout91.xml"/><Relationship Id="rId30" Type="http://schemas.openxmlformats.org/officeDocument/2006/relationships/slideLayout" Target="../slideLayouts/slideLayout92.xml"/><Relationship Id="rId31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94.xml"/><Relationship Id="rId33" Type="http://schemas.openxmlformats.org/officeDocument/2006/relationships/slideLayout" Target="../slideLayouts/slideLayout95.xml"/><Relationship Id="rId34" Type="http://schemas.openxmlformats.org/officeDocument/2006/relationships/slideLayout" Target="../slideLayouts/slideLayout96.xml"/><Relationship Id="rId35" Type="http://schemas.openxmlformats.org/officeDocument/2006/relationships/slideLayout" Target="../slideLayouts/slideLayout97.xml"/><Relationship Id="rId36" Type="http://schemas.openxmlformats.org/officeDocument/2006/relationships/slideLayout" Target="../slideLayouts/slideLayout98.xml"/><Relationship Id="rId37" Type="http://schemas.openxmlformats.org/officeDocument/2006/relationships/slideLayout" Target="../slideLayouts/slideLayout99.xml"/><Relationship Id="rId38" Type="http://schemas.openxmlformats.org/officeDocument/2006/relationships/slideLayout" Target="../slideLayouts/slideLayout100.xml"/><Relationship Id="rId39" Type="http://schemas.openxmlformats.org/officeDocument/2006/relationships/slideLayout" Target="../slideLayouts/slideLayout101.xml"/><Relationship Id="rId40" Type="http://schemas.openxmlformats.org/officeDocument/2006/relationships/slideLayout" Target="../slideLayouts/slideLayout102.xml"/><Relationship Id="rId41" Type="http://schemas.openxmlformats.org/officeDocument/2006/relationships/slideLayout" Target="../slideLayouts/slideLayout103.xml"/><Relationship Id="rId42" Type="http://schemas.openxmlformats.org/officeDocument/2006/relationships/slideLayout" Target="../slideLayouts/slideLayout104.xml"/><Relationship Id="rId43" Type="http://schemas.openxmlformats.org/officeDocument/2006/relationships/slideLayout" Target="../slideLayouts/slideLayout105.xml"/><Relationship Id="rId44" Type="http://schemas.openxmlformats.org/officeDocument/2006/relationships/slideLayout" Target="../slideLayouts/slideLayout106.xml"/><Relationship Id="rId45" Type="http://schemas.openxmlformats.org/officeDocument/2006/relationships/slideLayout" Target="../slideLayouts/slideLayout107.xml"/><Relationship Id="rId46" Type="http://schemas.openxmlformats.org/officeDocument/2006/relationships/slideLayout" Target="../slideLayouts/slideLayout108.xml"/><Relationship Id="rId47" Type="http://schemas.openxmlformats.org/officeDocument/2006/relationships/slideLayout" Target="../slideLayouts/slideLayout109.xml"/><Relationship Id="rId48" Type="http://schemas.openxmlformats.org/officeDocument/2006/relationships/slideLayout" Target="../slideLayouts/slideLayout110.xml"/><Relationship Id="rId49" Type="http://schemas.openxmlformats.org/officeDocument/2006/relationships/slideLayout" Target="../slideLayouts/slideLayout111.xml"/><Relationship Id="rId50" Type="http://schemas.openxmlformats.org/officeDocument/2006/relationships/slideLayout" Target="../slideLayouts/slideLayout112.xml"/><Relationship Id="rId51" Type="http://schemas.openxmlformats.org/officeDocument/2006/relationships/slideLayout" Target="../slideLayouts/slideLayout113.xml"/><Relationship Id="rId52" Type="http://schemas.openxmlformats.org/officeDocument/2006/relationships/slideLayout" Target="../slideLayouts/slideLayout114.xml"/><Relationship Id="rId53" Type="http://schemas.openxmlformats.org/officeDocument/2006/relationships/slideLayout" Target="../slideLayouts/slideLayout115.xml"/><Relationship Id="rId54" Type="http://schemas.openxmlformats.org/officeDocument/2006/relationships/slideLayout" Target="../slideLayouts/slideLayout116.xml"/><Relationship Id="rId55" Type="http://schemas.openxmlformats.org/officeDocument/2006/relationships/slideLayout" Target="../slideLayouts/slideLayout117.xml"/><Relationship Id="rId56" Type="http://schemas.openxmlformats.org/officeDocument/2006/relationships/slideLayout" Target="../slideLayouts/slideLayout118.xml"/><Relationship Id="rId57" Type="http://schemas.openxmlformats.org/officeDocument/2006/relationships/slideLayout" Target="../slideLayouts/slideLayout119.xml"/><Relationship Id="rId58" Type="http://schemas.openxmlformats.org/officeDocument/2006/relationships/slideLayout" Target="../slideLayouts/slideLayout120.xml"/><Relationship Id="rId59" Type="http://schemas.openxmlformats.org/officeDocument/2006/relationships/slideLayout" Target="../slideLayouts/slideLayout121.xml"/><Relationship Id="rId60" Type="http://schemas.openxmlformats.org/officeDocument/2006/relationships/slideLayout" Target="../slideLayouts/slideLayout122.xml"/><Relationship Id="rId61" Type="http://schemas.openxmlformats.org/officeDocument/2006/relationships/slideLayout" Target="../slideLayouts/slideLayout123.xml"/><Relationship Id="rId62" Type="http://schemas.openxmlformats.org/officeDocument/2006/relationships/slideLayout" Target="../slideLayouts/slideLayout124.xml"/><Relationship Id="rId6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055688" y="829249"/>
            <a:ext cx="10080625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 b="0" i="0" u="none" strike="noStrike" cap="non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055700" y="1881175"/>
            <a:ext cx="100806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11148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  <p:sldLayoutId id="2147483717" r:id="rId56"/>
    <p:sldLayoutId id="2147483718" r:id="rId57"/>
    <p:sldLayoutId id="2147483719" r:id="rId58"/>
    <p:sldLayoutId id="2147483720" r:id="rId59"/>
    <p:sldLayoutId id="2147483721" r:id="rId60"/>
    <p:sldLayoutId id="2147483722" r:id="rId61"/>
    <p:sldLayoutId id="2147483786" r:id="rId6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85">
          <p15:clr>
            <a:srgbClr val="F26B43"/>
          </p15:clr>
        </p15:guide>
        <p15:guide id="2" pos="3840">
          <p15:clr>
            <a:srgbClr val="F26B43"/>
          </p15:clr>
        </p15:guide>
        <p15:guide id="3" pos="7015">
          <p15:clr>
            <a:srgbClr val="F26B43"/>
          </p15:clr>
        </p15:guide>
        <p15:guide id="4" pos="665">
          <p15:clr>
            <a:srgbClr val="F26B43"/>
          </p15:clr>
        </p15:guide>
        <p15:guide id="5" orient="horz" pos="397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AE8DD">
            <a:alpha val="48730"/>
          </a:srgbClr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3"/>
          <p:cNvSpPr txBox="1">
            <a:spLocks noGrp="1"/>
          </p:cNvSpPr>
          <p:nvPr>
            <p:ph type="title"/>
          </p:nvPr>
        </p:nvSpPr>
        <p:spPr>
          <a:xfrm>
            <a:off x="1055688" y="829249"/>
            <a:ext cx="100809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 ExtraBold"/>
              <a:buNone/>
              <a:defRPr sz="2800" b="0" i="0" u="none" strike="noStrike" cap="non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439" name="Google Shape;439;p63"/>
          <p:cNvSpPr txBox="1">
            <a:spLocks noGrp="1"/>
          </p:cNvSpPr>
          <p:nvPr>
            <p:ph type="body" idx="1"/>
          </p:nvPr>
        </p:nvSpPr>
        <p:spPr>
          <a:xfrm>
            <a:off x="1055700" y="1881175"/>
            <a:ext cx="100809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32385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55448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  <p:sldLayoutId id="2147483748" r:id="rId25"/>
    <p:sldLayoutId id="2147483749" r:id="rId26"/>
    <p:sldLayoutId id="2147483750" r:id="rId27"/>
    <p:sldLayoutId id="2147483751" r:id="rId28"/>
    <p:sldLayoutId id="2147483752" r:id="rId29"/>
    <p:sldLayoutId id="2147483753" r:id="rId30"/>
    <p:sldLayoutId id="2147483754" r:id="rId31"/>
    <p:sldLayoutId id="2147483755" r:id="rId32"/>
    <p:sldLayoutId id="2147483756" r:id="rId33"/>
    <p:sldLayoutId id="2147483757" r:id="rId34"/>
    <p:sldLayoutId id="2147483758" r:id="rId35"/>
    <p:sldLayoutId id="2147483759" r:id="rId36"/>
    <p:sldLayoutId id="2147483760" r:id="rId37"/>
    <p:sldLayoutId id="2147483761" r:id="rId38"/>
    <p:sldLayoutId id="2147483762" r:id="rId39"/>
    <p:sldLayoutId id="2147483763" r:id="rId40"/>
    <p:sldLayoutId id="2147483764" r:id="rId41"/>
    <p:sldLayoutId id="2147483765" r:id="rId42"/>
    <p:sldLayoutId id="2147483766" r:id="rId43"/>
    <p:sldLayoutId id="2147483767" r:id="rId44"/>
    <p:sldLayoutId id="2147483768" r:id="rId45"/>
    <p:sldLayoutId id="2147483769" r:id="rId46"/>
    <p:sldLayoutId id="2147483770" r:id="rId47"/>
    <p:sldLayoutId id="2147483771" r:id="rId48"/>
    <p:sldLayoutId id="2147483772" r:id="rId49"/>
    <p:sldLayoutId id="2147483773" r:id="rId50"/>
    <p:sldLayoutId id="2147483774" r:id="rId51"/>
    <p:sldLayoutId id="2147483775" r:id="rId52"/>
    <p:sldLayoutId id="2147483776" r:id="rId53"/>
    <p:sldLayoutId id="2147483777" r:id="rId54"/>
    <p:sldLayoutId id="2147483778" r:id="rId55"/>
    <p:sldLayoutId id="2147483779" r:id="rId56"/>
    <p:sldLayoutId id="2147483780" r:id="rId57"/>
    <p:sldLayoutId id="2147483781" r:id="rId58"/>
    <p:sldLayoutId id="2147483782" r:id="rId59"/>
    <p:sldLayoutId id="2147483783" r:id="rId60"/>
    <p:sldLayoutId id="2147483784" r:id="rId61"/>
    <p:sldLayoutId id="2147483785" r:id="rId6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85">
          <p15:clr>
            <a:srgbClr val="F26B43"/>
          </p15:clr>
        </p15:guide>
        <p15:guide id="2" pos="3840">
          <p15:clr>
            <a:srgbClr val="F26B43"/>
          </p15:clr>
        </p15:guide>
        <p15:guide id="3" pos="7015">
          <p15:clr>
            <a:srgbClr val="F26B43"/>
          </p15:clr>
        </p15:guide>
        <p15:guide id="4" pos="665">
          <p15:clr>
            <a:srgbClr val="F26B43"/>
          </p15:clr>
        </p15:guide>
        <p15:guide id="5" orient="horz" pos="397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Nordkap Friluft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March 2026 status · April 2026 · Inbound CPH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Headline &amp; wins</a:t>
            </a:r>
          </a:p>
          <a:p>
            <a:r>
              <a:t>Tents</a:t>
            </a:r>
          </a:p>
          <a:p>
            <a:r>
              <a:t>Organic traffic</a:t>
            </a:r>
          </a:p>
          <a:p>
            <a:r>
              <a:t>Email</a:t>
            </a:r>
          </a:p>
          <a:p>
            <a:r>
              <a:t>Competitive picture</a:t>
            </a:r>
          </a:p>
          <a:p>
            <a:r>
              <a:t>Paid</a:t>
            </a:r>
          </a:p>
          <a:p>
            <a:r>
              <a:t>Actions for April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Tent PDP rework moved CVR to 0.96% (target 1.0%).</a:t>
            </a:r>
          </a:p>
          <a:p>
            <a:r>
              <a:t>Non-branded organic up to 13.3k per week, +20% across the quarter.</a:t>
            </a:r>
          </a:p>
          <a:p>
            <a:r>
              <a:t>Email open rate down to 19.5%. Three months of decline.</a:t>
            </a:r>
          </a:p>
          <a:p>
            <a:r>
              <a:t>Hav &amp; Fjeld now ranks ahead on packs as well as tents.</a:t>
            </a:r>
          </a:p>
          <a:p>
            <a:r>
              <a:t>Blended ROAS softened to 3.2x. CAC held at 418 DKK.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Tents — PDP rework working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704" y="1874519"/>
            <a:ext cx="4846320" cy="4206240"/>
          </a:xfrm>
        </p:spPr>
        <p:txBody>
          <a:bodyPr/>
          <a:lstStyle/>
          <a:p>
            <a:r>
              <a:rPr sz="1400"/>
              <a:t>Tent CVR: 0.82% → 0.89% → 0.96% (Jan baseline → Feb → Mar). On track for the 1.0% Q2 target.</a:t>
            </a:r>
          </a:p>
          <a:p>
            <a:r>
              <a:rPr sz="1400"/>
              <a:t>Site-wide CVR sat at 1.45% across the same period — flat. The tent lift is category-specific.</a:t>
            </a:r>
          </a:p>
          <a:p>
            <a:r>
              <a:rPr sz="1400"/>
              <a:t>Category page flip went live April 1. Eight days of post-launch data, too early to read.</a:t>
            </a:r>
          </a:p>
          <a:p>
            <a:r>
              <a:rPr sz="1400"/>
              <a:t>We treat the PDP work as proven, not finished.</a:t>
            </a:r>
          </a:p>
        </p:txBody>
      </p:sp>
      <p:pic>
        <p:nvPicPr>
          <p:cNvPr id="4" name="Picture 3" descr="cvr-tent-vs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669280" cy="34481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Organic traffic — holding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704" y="1874519"/>
            <a:ext cx="4846320" cy="4206240"/>
          </a:xfrm>
        </p:spPr>
        <p:txBody>
          <a:bodyPr/>
          <a:lstStyle/>
          <a:p>
            <a:r>
              <a:rPr sz="1400"/>
              <a:t>Non-branded organic sessions: 11.1k → 13.3k per week across the quarter.</a:t>
            </a:r>
          </a:p>
          <a:p>
            <a:r>
              <a:rPr sz="1400"/>
              <a:t>Trend is steady, not spiky. SEO foundation is doing what it should.</a:t>
            </a:r>
          </a:p>
          <a:p>
            <a:r>
              <a:rPr sz="1400"/>
              <a:t>Worth flagging: this is the floor under the next slide. Competitive pressure rises easier when the foundation is weak.</a:t>
            </a:r>
          </a:p>
        </p:txBody>
      </p:sp>
      <p:pic>
        <p:nvPicPr>
          <p:cNvPr id="4" name="Picture 3" descr="organic-nonbranded-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669280" cy="3365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— still sliding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704" y="1874519"/>
            <a:ext cx="4846320" cy="4206240"/>
          </a:xfrm>
        </p:spPr>
        <p:txBody>
          <a:bodyPr/>
          <a:lstStyle/>
          <a:p>
            <a:r>
              <a:rPr sz="1400"/>
              <a:t>Open rate: 22.4% → 19.5% over the quarter. Target 28%.</a:t>
            </a:r>
          </a:p>
          <a:p>
            <a:r>
              <a:rPr sz="1400"/>
              <a:t>Decline is three months running. List quality, not subject-line variance.</a:t>
            </a:r>
          </a:p>
          <a:p>
            <a:r>
              <a:rPr sz="1400"/>
              <a:t>The re-permissioning campaign was proposed in February and again in March. It has not shipped.</a:t>
            </a:r>
          </a:p>
          <a:p>
            <a:r>
              <a:rPr sz="1400"/>
              <a:t>This is the single clearest 'we owe you action' item in the deck.</a:t>
            </a:r>
          </a:p>
        </p:txBody>
      </p:sp>
      <p:pic>
        <p:nvPicPr>
          <p:cNvPr id="4" name="Picture 3" descr="email-open-rate-dec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669280" cy="34149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— Hav &amp; Fjeld now on packs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704" y="1874519"/>
            <a:ext cx="4846320" cy="4206240"/>
          </a:xfrm>
        </p:spPr>
        <p:txBody>
          <a:bodyPr/>
          <a:lstStyle/>
          <a:p>
            <a:r>
              <a:rPr sz="1400"/>
              <a:t>Hav &amp; Fjeld leads Nordkap on 6 of 8 tracked queries.</a:t>
            </a:r>
          </a:p>
          <a:p>
            <a:r>
              <a:rPr sz="1400"/>
              <a:t>New this month: they rank ahead on all three pack queries (trekking rygsaek 50l, rygsaek vandretur, letvaegts rygsaek).</a:t>
            </a:r>
          </a:p>
          <a:p>
            <a:r>
              <a:rPr sz="1400"/>
              <a:t>Tent pressure has plateaued; pack pressure has opened.</a:t>
            </a:r>
          </a:p>
          <a:p>
            <a:r>
              <a:rPr sz="1400"/>
              <a:t>Recommend: contest packs. Defending tents is cheaper to maintain than to rebuild. See actions.</a:t>
            </a:r>
          </a:p>
        </p:txBody>
      </p:sp>
      <p:pic>
        <p:nvPicPr>
          <p:cNvPr id="4" name="Picture 3" descr="seo-rank-vs-hav-og-fj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669280" cy="31273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Paid — ROAS soft, CAC held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704" y="1874519"/>
            <a:ext cx="4846320" cy="4206240"/>
          </a:xfrm>
        </p:spPr>
        <p:txBody>
          <a:bodyPr/>
          <a:lstStyle/>
          <a:p>
            <a:r>
              <a:rPr sz="1400"/>
              <a:t>Blended ROAS: 3.5x → 3.2x across the quarter. Target 3.5x.</a:t>
            </a:r>
          </a:p>
          <a:p>
            <a:r>
              <a:rPr sz="1400"/>
              <a:t>The drop is Meta-side. Google Ads is stable.</a:t>
            </a:r>
          </a:p>
          <a:p>
            <a:r>
              <a:rPr sz="1400"/>
              <a:t>New customer CAC sat at 418 DKK, inside the 420 DKK ceiling.</a:t>
            </a:r>
          </a:p>
          <a:p>
            <a:r>
              <a:rPr sz="1400"/>
              <a:t>We are watching, not changing course. Internal review of Meta creative rotation underway.</a:t>
            </a:r>
          </a:p>
        </p:txBody>
      </p:sp>
      <p:pic>
        <p:nvPicPr>
          <p:cNvPr id="4" name="Picture 3" descr="blended-roas-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669280" cy="34149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Email re-permissioning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Defend pack SEO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Hold tent gains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Watch Meta-side ROAS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 for April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Add Hav &amp; Fjeld pack queries to weekly tracking. Scope a content + on-page response before May.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High priority. Was promised April 15. We draft segmentation, suppression rules, and copy this week.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Internal Inbound work: review Meta creative rotation. No client ask this month.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t>Keep the new PDPs as-is. Let category-page-flip data accumulate through April for next month's read.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Questions next.</a:t>
            </a:r>
          </a:p>
          <a:p>
            <a:r>
              <a:t>Next meeting: first Wed in May.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bounc-cph-pptx-theme">
  <a:themeElements>
    <a:clrScheme name="Custom 9">
      <a:dk1>
        <a:srgbClr val="3A3838"/>
      </a:dk1>
      <a:lt1>
        <a:srgbClr val="FFFFFF"/>
      </a:lt1>
      <a:dk2>
        <a:srgbClr val="001B2E"/>
      </a:dk2>
      <a:lt2>
        <a:srgbClr val="F2F2F2"/>
      </a:lt2>
      <a:accent1>
        <a:srgbClr val="FB7B6D"/>
      </a:accent1>
      <a:accent2>
        <a:srgbClr val="294C60"/>
      </a:accent2>
      <a:accent3>
        <a:srgbClr val="001B2E"/>
      </a:accent3>
      <a:accent4>
        <a:srgbClr val="F2F2F2"/>
      </a:accent4>
      <a:accent5>
        <a:srgbClr val="F2DC5D"/>
      </a:accent5>
      <a:accent6>
        <a:srgbClr val="539987"/>
      </a:accent6>
      <a:hlink>
        <a:srgbClr val="00B0F0"/>
      </a:hlink>
      <a:folHlink>
        <a:srgbClr val="00B0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bounc-cph-pptx-theme" id="{0979640A-B56D-3F4D-91C7-9F4552218765}" vid="{CE7CC606-29BE-EB49-9F96-88A923E49365}"/>
    </a:ext>
  </a:extLst>
</a:theme>
</file>

<file path=ppt/theme/theme2.xml><?xml version="1.0" encoding="utf-8"?>
<a:theme xmlns:a="http://schemas.openxmlformats.org/drawingml/2006/main" name="1_Office Theme">
  <a:themeElements>
    <a:clrScheme name="Custom 9">
      <a:dk1>
        <a:srgbClr val="3A3838"/>
      </a:dk1>
      <a:lt1>
        <a:srgbClr val="FFFFFF"/>
      </a:lt1>
      <a:dk2>
        <a:srgbClr val="001B2E"/>
      </a:dk2>
      <a:lt2>
        <a:srgbClr val="F2F2F2"/>
      </a:lt2>
      <a:accent1>
        <a:srgbClr val="FB7B6D"/>
      </a:accent1>
      <a:accent2>
        <a:srgbClr val="294C60"/>
      </a:accent2>
      <a:accent3>
        <a:srgbClr val="001B2E"/>
      </a:accent3>
      <a:accent4>
        <a:srgbClr val="F2F2F2"/>
      </a:accent4>
      <a:accent5>
        <a:srgbClr val="F2DC5D"/>
      </a:accent5>
      <a:accent6>
        <a:srgbClr val="539987"/>
      </a:accent6>
      <a:hlink>
        <a:srgbClr val="00B0F0"/>
      </a:hlink>
      <a:folHlink>
        <a:srgbClr val="00B0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inbounc-cph-pptx-theme</Template>
  <TotalTime>13</TotalTime>
  <Words>39</Words>
  <Application>Microsoft Macintosh PowerPoint</Application>
  <PresentationFormat>Widescreen</PresentationFormat>
  <Paragraphs>19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Arial</vt:lpstr>
      <vt:lpstr>Manrope</vt:lpstr>
      <vt:lpstr>Manrope ExtraBold</vt:lpstr>
      <vt:lpstr>Manrope Light</vt:lpstr>
      <vt:lpstr>Roboto Condensed Light</vt:lpstr>
      <vt:lpstr>inbounc-cph-pptx-theme</vt:lpstr>
      <vt:lpstr>1_Office Theme</vt:lpstr>
      <vt:lpstr>Status Meeting March 2026</vt:lpstr>
      <vt:lpstr>Agenda</vt:lpstr>
      <vt:lpstr>Agenda 1</vt:lpstr>
      <vt:lpstr>Sub Agenda 1</vt:lpstr>
      <vt:lpstr>Agenda 2</vt:lpstr>
      <vt:lpstr>Sub Agenda 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 Schmidt-Svejstrup</dc:creator>
  <cp:lastModifiedBy>Carl Schmidt-Svejstrup</cp:lastModifiedBy>
  <cp:revision>1</cp:revision>
  <dcterms:created xsi:type="dcterms:W3CDTF">2026-04-16T07:42:12Z</dcterms:created>
  <dcterms:modified xsi:type="dcterms:W3CDTF">2026-04-16T07:56:03Z</dcterms:modified>
</cp:coreProperties>
</file>